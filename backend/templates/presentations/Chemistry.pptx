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9" r:id="rId3"/>
    <p:sldMasterId id="214748368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Albert Sans Light"/>
      <p:regular r:id="rId26"/>
      <p:bold r:id="rId27"/>
      <p:italic r:id="rId28"/>
      <p:boldItalic r:id="rId29"/>
    </p:embeddedFont>
    <p:embeddedFont>
      <p:font typeface="Boldonse"/>
      <p:regular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AlbertSansLight-regular.fntdata"/><Relationship Id="rId25" Type="http://schemas.openxmlformats.org/officeDocument/2006/relationships/slide" Target="slides/slide20.xml"/><Relationship Id="rId28" Type="http://schemas.openxmlformats.org/officeDocument/2006/relationships/font" Target="fonts/AlbertSansLight-italic.fntdata"/><Relationship Id="rId27" Type="http://schemas.openxmlformats.org/officeDocument/2006/relationships/font" Target="fonts/AlbertSansLight-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AlbertSansLight-boldItalic.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Boldonse-regular.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72448e65d1_3_28: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g372448e65d1_3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72448e65d1_3_45: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g372448e65d1_3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72448e65d1_3_54: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g372448e65d1_3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72448e65d1_3_67: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g372448e65d1_3_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72448e65d1_3_81: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g372448e65d1_3_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72448e65d1_3_109: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g372448e65d1_3_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72448e65d1_3_125: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g372448e65d1_3_1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72448e65d1_3_137: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g372448e65d1_3_1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72448e65d1_3_157: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g372448e65d1_3_1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72448e65d1_3_177: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g372448e65d1_3_1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72448e65d1_3_204: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g372448e65d1_3_2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72448e65d1_3_239: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g372448e65d1_3_2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72448e65d1_3_260: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g372448e65d1_3_2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72448e65d1_3_281: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g372448e65d1_3_2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72448e65d1_3_3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 name="Google Shape;366;g372448e65d1_3_30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 name="Google Shape;367;g372448e65d1_3_30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d"/>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72448e65d1_3_327: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g372448e65d1_3_3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72448e65d1_3_355: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g372448e65d1_3_3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72448e65d1_3_394: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g372448e65d1_3_3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72448e65d1_3_421: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g372448e65d1_3_4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72448e65d1_3_481: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g372448e65d1_3_4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howMasterSp="0">
  <p:cSld name="Cover">
    <p:spTree>
      <p:nvGrpSpPr>
        <p:cNvPr id="57" name="Shape 57"/>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Slide">
  <p:cSld name="4_Title Slide">
    <p:spTree>
      <p:nvGrpSpPr>
        <p:cNvPr id="58" name="Shape 58"/>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Slide">
  <p:cSld name="3_Title Slide">
    <p:spTree>
      <p:nvGrpSpPr>
        <p:cNvPr id="59" name="Shape 59"/>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Slide">
  <p:cSld name="5_Title Slide">
    <p:spTree>
      <p:nvGrpSpPr>
        <p:cNvPr id="60" name="Shape 60"/>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itle Slide">
  <p:cSld name="6_Title Slide">
    <p:spTree>
      <p:nvGrpSpPr>
        <p:cNvPr id="61" name="Shape 61"/>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Title Slide">
  <p:cSld name="7_Title Slide">
    <p:spTree>
      <p:nvGrpSpPr>
        <p:cNvPr id="62" name="Shape 62"/>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Title Slide">
  <p:cSld name="8_Title Slide">
    <p:spTree>
      <p:nvGrpSpPr>
        <p:cNvPr id="63" name="Shape 63"/>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Title Slide">
  <p:cSld name="9_Title Slide">
    <p:spTree>
      <p:nvGrpSpPr>
        <p:cNvPr id="64" name="Shape 64"/>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Title Slide">
  <p:cSld name="10_Title Slide">
    <p:spTree>
      <p:nvGrpSpPr>
        <p:cNvPr id="65" name="Shape 65"/>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Title Slide">
  <p:cSld name="11_Title Slide">
    <p:spTree>
      <p:nvGrpSpPr>
        <p:cNvPr id="66" name="Shape 66"/>
        <p:cNvGrpSpPr/>
        <p:nvPr/>
      </p:nvGrpSpPr>
      <p:grpSpPr>
        <a:xfrm>
          <a:off x="0" y="0"/>
          <a:ext cx="0" cy="0"/>
          <a:chOff x="0" y="0"/>
          <a:chExt cx="0" cy="0"/>
        </a:xfrm>
      </p:grpSpPr>
      <p:sp>
        <p:nvSpPr>
          <p:cNvPr id="67" name="Google Shape;67;p23"/>
          <p:cNvSpPr/>
          <p:nvPr/>
        </p:nvSpPr>
        <p:spPr>
          <a:xfrm flipH="1">
            <a:off x="4400549" y="2032586"/>
            <a:ext cx="342901" cy="350148"/>
          </a:xfrm>
          <a:custGeom>
            <a:rect b="b" l="l" r="r" t="t"/>
            <a:pathLst>
              <a:path extrusionOk="0" h="986160" w="965751">
                <a:moveTo>
                  <a:pt x="679348" y="117667"/>
                </a:moveTo>
                <a:cubicBezTo>
                  <a:pt x="729288" y="117667"/>
                  <a:pt x="779227" y="136610"/>
                  <a:pt x="817398" y="174495"/>
                </a:cubicBezTo>
                <a:lnTo>
                  <a:pt x="817974" y="175071"/>
                </a:lnTo>
                <a:cubicBezTo>
                  <a:pt x="901206" y="260024"/>
                  <a:pt x="947700" y="373682"/>
                  <a:pt x="947700" y="493076"/>
                </a:cubicBezTo>
                <a:cubicBezTo>
                  <a:pt x="947700" y="591808"/>
                  <a:pt x="915557" y="687096"/>
                  <a:pt x="857007" y="765161"/>
                </a:cubicBezTo>
                <a:lnTo>
                  <a:pt x="541295" y="450022"/>
                </a:lnTo>
                <a:cubicBezTo>
                  <a:pt x="465524" y="374255"/>
                  <a:pt x="465524" y="250265"/>
                  <a:pt x="541295" y="174495"/>
                </a:cubicBezTo>
                <a:cubicBezTo>
                  <a:pt x="579469" y="136610"/>
                  <a:pt x="629409" y="117667"/>
                  <a:pt x="679348" y="117667"/>
                </a:cubicBezTo>
                <a:close/>
                <a:moveTo>
                  <a:pt x="493080" y="0"/>
                </a:moveTo>
                <a:cubicBezTo>
                  <a:pt x="630843" y="0"/>
                  <a:pt x="755402" y="56253"/>
                  <a:pt x="844950" y="146946"/>
                </a:cubicBezTo>
                <a:cubicBezTo>
                  <a:pt x="753680" y="55677"/>
                  <a:pt x="605013" y="55677"/>
                  <a:pt x="513743" y="146946"/>
                </a:cubicBezTo>
                <a:cubicBezTo>
                  <a:pt x="423049" y="237640"/>
                  <a:pt x="423049" y="386884"/>
                  <a:pt x="513743" y="477577"/>
                </a:cubicBezTo>
                <a:lnTo>
                  <a:pt x="859300" y="823135"/>
                </a:lnTo>
                <a:lnTo>
                  <a:pt x="954017" y="917851"/>
                </a:lnTo>
                <a:cubicBezTo>
                  <a:pt x="965496" y="929334"/>
                  <a:pt x="968939" y="945979"/>
                  <a:pt x="962627" y="961478"/>
                </a:cubicBezTo>
                <a:cubicBezTo>
                  <a:pt x="956310" y="976401"/>
                  <a:pt x="942536" y="986160"/>
                  <a:pt x="925888" y="986160"/>
                </a:cubicBezTo>
                <a:lnTo>
                  <a:pt x="493080" y="986160"/>
                </a:lnTo>
                <a:cubicBezTo>
                  <a:pt x="220996" y="986160"/>
                  <a:pt x="0" y="765164"/>
                  <a:pt x="0" y="493080"/>
                </a:cubicBezTo>
                <a:cubicBezTo>
                  <a:pt x="0" y="220423"/>
                  <a:pt x="220996" y="0"/>
                  <a:pt x="493080"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lbert Sans Light"/>
              <a:ea typeface="Albert Sans Light"/>
              <a:cs typeface="Albert Sans Light"/>
              <a:sym typeface="Albert Sans Light"/>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Title Slide">
  <p:cSld name="12_Title Slide">
    <p:spTree>
      <p:nvGrpSpPr>
        <p:cNvPr id="68" name="Shape 68"/>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Title Slide">
  <p:cSld name="13_Title Slide">
    <p:spTree>
      <p:nvGrpSpPr>
        <p:cNvPr id="69" name="Shape 69"/>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Title Slide">
  <p:cSld name="14_Title Slide">
    <p:spTree>
      <p:nvGrpSpPr>
        <p:cNvPr id="70" name="Shape 70"/>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Title Slide">
  <p:cSld name="15_Title Slide">
    <p:spTree>
      <p:nvGrpSpPr>
        <p:cNvPr id="71" name="Shape 71"/>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Title Slide">
  <p:cSld name="16_Title Slide">
    <p:spTree>
      <p:nvGrpSpPr>
        <p:cNvPr id="72" name="Shape 72"/>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Title Slide">
  <p:cSld name="17_Title Slide">
    <p:spTree>
      <p:nvGrpSpPr>
        <p:cNvPr id="73" name="Shape 73"/>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Title Slide">
  <p:cSld name="18_Title Slide">
    <p:spTree>
      <p:nvGrpSpPr>
        <p:cNvPr id="74" name="Shape 74"/>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Title Slide">
  <p:cSld name="19_Title Slide">
    <p:spTree>
      <p:nvGrpSpPr>
        <p:cNvPr id="75" name="Shape 75"/>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Title Slide">
  <p:cSld name="20_Title Slide">
    <p:spTree>
      <p:nvGrpSpPr>
        <p:cNvPr id="76" name="Shape 76"/>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You">
  <p:cSld name="ThankYou">
    <p:spTree>
      <p:nvGrpSpPr>
        <p:cNvPr id="77" name="Shape 7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21" Type="http://schemas.openxmlformats.org/officeDocument/2006/relationships/theme" Target="../theme/theme3.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5" Type="http://schemas.openxmlformats.org/officeDocument/2006/relationships/slideLayout" Target="../slideLayouts/slideLayout16.xml"/><Relationship Id="rId19" Type="http://schemas.openxmlformats.org/officeDocument/2006/relationships/slideLayout" Target="../slideLayouts/slideLayout30.xml"/><Relationship Id="rId6" Type="http://schemas.openxmlformats.org/officeDocument/2006/relationships/slideLayout" Target="../slideLayouts/slideLayout17.xml"/><Relationship Id="rId18" Type="http://schemas.openxmlformats.org/officeDocument/2006/relationships/slideLayout" Target="../slideLayouts/slideLayout29.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rgbClr val="06071A"/>
            </a:gs>
            <a:gs pos="100000">
              <a:srgbClr val="0F1141"/>
            </a:gs>
          </a:gsLst>
          <a:lin ang="2700006" scaled="0"/>
        </a:gra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p:nvPr/>
        </p:nvSpPr>
        <p:spPr>
          <a:xfrm flipH="1">
            <a:off x="8503946" y="971663"/>
            <a:ext cx="494296" cy="2837107"/>
          </a:xfrm>
          <a:custGeom>
            <a:rect b="b" l="l" r="r" t="t"/>
            <a:pathLst>
              <a:path extrusionOk="0" h="3263285" w="568548">
                <a:moveTo>
                  <a:pt x="568548" y="284255"/>
                </a:moveTo>
                <a:lnTo>
                  <a:pt x="568548" y="3194271"/>
                </a:lnTo>
                <a:cubicBezTo>
                  <a:pt x="568517" y="3232413"/>
                  <a:pt x="537566" y="3263310"/>
                  <a:pt x="499424" y="3263279"/>
                </a:cubicBezTo>
                <a:cubicBezTo>
                  <a:pt x="485291" y="3263267"/>
                  <a:pt x="471505" y="3258921"/>
                  <a:pt x="459921" y="3250826"/>
                </a:cubicBezTo>
                <a:cubicBezTo>
                  <a:pt x="354271" y="3177601"/>
                  <a:pt x="214277" y="3177601"/>
                  <a:pt x="108627" y="3250826"/>
                </a:cubicBezTo>
                <a:cubicBezTo>
                  <a:pt x="77361" y="3272676"/>
                  <a:pt x="34302" y="3265041"/>
                  <a:pt x="12453" y="3233774"/>
                </a:cubicBezTo>
                <a:cubicBezTo>
                  <a:pt x="4351" y="3222178"/>
                  <a:pt x="4" y="3208377"/>
                  <a:pt x="0" y="3194232"/>
                </a:cubicBezTo>
                <a:lnTo>
                  <a:pt x="0" y="284255"/>
                </a:lnTo>
                <a:cubicBezTo>
                  <a:pt x="0" y="127265"/>
                  <a:pt x="127265" y="0"/>
                  <a:pt x="284255" y="0"/>
                </a:cubicBezTo>
                <a:lnTo>
                  <a:pt x="284255" y="0"/>
                </a:lnTo>
                <a:cubicBezTo>
                  <a:pt x="441244" y="-22"/>
                  <a:pt x="568525" y="127226"/>
                  <a:pt x="568548" y="284216"/>
                </a:cubicBezTo>
                <a:cubicBezTo>
                  <a:pt x="568548" y="284229"/>
                  <a:pt x="568548" y="284242"/>
                  <a:pt x="568548" y="284255"/>
                </a:cubicBezTo>
                <a:close/>
              </a:path>
            </a:pathLst>
          </a:custGeom>
          <a:solidFill>
            <a:srgbClr val="F2F2F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lbert Sans Light"/>
              <a:ea typeface="Albert Sans Light"/>
              <a:cs typeface="Albert Sans Light"/>
              <a:sym typeface="Albert Sans Light"/>
            </a:endParaRPr>
          </a:p>
        </p:txBody>
      </p:sp>
      <p:grpSp>
        <p:nvGrpSpPr>
          <p:cNvPr id="52" name="Google Shape;52;p13"/>
          <p:cNvGrpSpPr/>
          <p:nvPr/>
        </p:nvGrpSpPr>
        <p:grpSpPr>
          <a:xfrm>
            <a:off x="8578715" y="1044468"/>
            <a:ext cx="344757" cy="344757"/>
            <a:chOff x="11438287" y="1392624"/>
            <a:chExt cx="459676" cy="459676"/>
          </a:xfrm>
        </p:grpSpPr>
        <p:sp>
          <p:nvSpPr>
            <p:cNvPr id="53" name="Google Shape;53;p13"/>
            <p:cNvSpPr/>
            <p:nvPr/>
          </p:nvSpPr>
          <p:spPr>
            <a:xfrm flipH="1">
              <a:off x="11438287" y="1392624"/>
              <a:ext cx="459676" cy="459676"/>
            </a:xfrm>
            <a:custGeom>
              <a:rect b="b" l="l" r="r" t="t"/>
              <a:pathLst>
                <a:path extrusionOk="0" h="396545" w="396545">
                  <a:moveTo>
                    <a:pt x="396546" y="198273"/>
                  </a:moveTo>
                  <a:cubicBezTo>
                    <a:pt x="396546" y="307776"/>
                    <a:pt x="307776" y="396546"/>
                    <a:pt x="198273" y="396546"/>
                  </a:cubicBezTo>
                  <a:cubicBezTo>
                    <a:pt x="88770" y="396546"/>
                    <a:pt x="0" y="307776"/>
                    <a:pt x="0" y="198273"/>
                  </a:cubicBezTo>
                  <a:cubicBezTo>
                    <a:pt x="0" y="88770"/>
                    <a:pt x="88770" y="0"/>
                    <a:pt x="198273" y="0"/>
                  </a:cubicBezTo>
                  <a:cubicBezTo>
                    <a:pt x="307776" y="0"/>
                    <a:pt x="396546" y="88770"/>
                    <a:pt x="396546" y="198273"/>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lbert Sans Light"/>
                <a:ea typeface="Albert Sans Light"/>
                <a:cs typeface="Albert Sans Light"/>
                <a:sym typeface="Albert Sans Light"/>
              </a:endParaRPr>
            </a:p>
          </p:txBody>
        </p:sp>
        <p:sp>
          <p:nvSpPr>
            <p:cNvPr id="54" name="Google Shape;54;p13"/>
            <p:cNvSpPr/>
            <p:nvPr/>
          </p:nvSpPr>
          <p:spPr>
            <a:xfrm flipH="1">
              <a:off x="11580590" y="1533077"/>
              <a:ext cx="175070" cy="178770"/>
            </a:xfrm>
            <a:custGeom>
              <a:rect b="b" l="l" r="r" t="t"/>
              <a:pathLst>
                <a:path extrusionOk="0" h="986160" w="965751">
                  <a:moveTo>
                    <a:pt x="679348" y="117667"/>
                  </a:moveTo>
                  <a:cubicBezTo>
                    <a:pt x="729288" y="117667"/>
                    <a:pt x="779227" y="136610"/>
                    <a:pt x="817398" y="174495"/>
                  </a:cubicBezTo>
                  <a:lnTo>
                    <a:pt x="817974" y="175071"/>
                  </a:lnTo>
                  <a:cubicBezTo>
                    <a:pt x="901206" y="260024"/>
                    <a:pt x="947700" y="373682"/>
                    <a:pt x="947700" y="493076"/>
                  </a:cubicBezTo>
                  <a:cubicBezTo>
                    <a:pt x="947700" y="591808"/>
                    <a:pt x="915557" y="687096"/>
                    <a:pt x="857007" y="765161"/>
                  </a:cubicBezTo>
                  <a:lnTo>
                    <a:pt x="541295" y="450022"/>
                  </a:lnTo>
                  <a:cubicBezTo>
                    <a:pt x="465524" y="374255"/>
                    <a:pt x="465524" y="250265"/>
                    <a:pt x="541295" y="174495"/>
                  </a:cubicBezTo>
                  <a:cubicBezTo>
                    <a:pt x="579469" y="136610"/>
                    <a:pt x="629409" y="117667"/>
                    <a:pt x="679348" y="117667"/>
                  </a:cubicBezTo>
                  <a:close/>
                  <a:moveTo>
                    <a:pt x="493080" y="0"/>
                  </a:moveTo>
                  <a:cubicBezTo>
                    <a:pt x="630843" y="0"/>
                    <a:pt x="755402" y="56253"/>
                    <a:pt x="844950" y="146946"/>
                  </a:cubicBezTo>
                  <a:cubicBezTo>
                    <a:pt x="753680" y="55677"/>
                    <a:pt x="605013" y="55677"/>
                    <a:pt x="513743" y="146946"/>
                  </a:cubicBezTo>
                  <a:cubicBezTo>
                    <a:pt x="423049" y="237640"/>
                    <a:pt x="423049" y="386884"/>
                    <a:pt x="513743" y="477577"/>
                  </a:cubicBezTo>
                  <a:lnTo>
                    <a:pt x="859300" y="823135"/>
                  </a:lnTo>
                  <a:lnTo>
                    <a:pt x="954017" y="917851"/>
                  </a:lnTo>
                  <a:cubicBezTo>
                    <a:pt x="965496" y="929334"/>
                    <a:pt x="968939" y="945979"/>
                    <a:pt x="962627" y="961478"/>
                  </a:cubicBezTo>
                  <a:cubicBezTo>
                    <a:pt x="956310" y="976401"/>
                    <a:pt x="942536" y="986160"/>
                    <a:pt x="925888" y="986160"/>
                  </a:cubicBezTo>
                  <a:lnTo>
                    <a:pt x="493080" y="986160"/>
                  </a:lnTo>
                  <a:cubicBezTo>
                    <a:pt x="220996" y="986160"/>
                    <a:pt x="0" y="765164"/>
                    <a:pt x="0" y="493080"/>
                  </a:cubicBezTo>
                  <a:cubicBezTo>
                    <a:pt x="0" y="220423"/>
                    <a:pt x="220996" y="0"/>
                    <a:pt x="493080" y="0"/>
                  </a:cubicBezTo>
                  <a:close/>
                </a:path>
              </a:pathLst>
            </a:custGeom>
            <a:solidFill>
              <a:schemeClr val="accent6"/>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lbert Sans Light"/>
                <a:ea typeface="Albert Sans Light"/>
                <a:cs typeface="Albert Sans Light"/>
                <a:sym typeface="Albert Sans Light"/>
              </a:endParaRPr>
            </a:p>
          </p:txBody>
        </p:sp>
      </p:grpSp>
      <p:sp>
        <p:nvSpPr>
          <p:cNvPr id="55" name="Google Shape;55;p13"/>
          <p:cNvSpPr txBox="1"/>
          <p:nvPr/>
        </p:nvSpPr>
        <p:spPr>
          <a:xfrm>
            <a:off x="8586371" y="3429925"/>
            <a:ext cx="329446" cy="196207"/>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fld id="{00000000-1234-1234-1234-123412341234}" type="slidenum">
              <a:rPr i="0" lang="id" sz="800">
                <a:solidFill>
                  <a:schemeClr val="accent1"/>
                </a:solidFill>
                <a:latin typeface="Albert Sans Light"/>
                <a:ea typeface="Albert Sans Light"/>
                <a:cs typeface="Albert Sans Light"/>
                <a:sym typeface="Albert Sans Light"/>
              </a:rPr>
              <a:t>‹#›</a:t>
            </a:fld>
            <a:endParaRPr i="0" sz="800">
              <a:solidFill>
                <a:schemeClr val="accent1"/>
              </a:solidFill>
              <a:latin typeface="Albert Sans Light"/>
              <a:ea typeface="Albert Sans Light"/>
              <a:cs typeface="Albert Sans Light"/>
              <a:sym typeface="Albert Sans Light"/>
            </a:endParaRPr>
          </a:p>
        </p:txBody>
      </p:sp>
      <p:sp>
        <p:nvSpPr>
          <p:cNvPr id="56" name="Google Shape;56;p13"/>
          <p:cNvSpPr txBox="1"/>
          <p:nvPr/>
        </p:nvSpPr>
        <p:spPr>
          <a:xfrm rot="-5400000">
            <a:off x="8140914" y="2311472"/>
            <a:ext cx="1220360" cy="196207"/>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id" sz="800">
                <a:solidFill>
                  <a:srgbClr val="919191"/>
                </a:solidFill>
                <a:latin typeface="Albert Sans Light"/>
                <a:ea typeface="Albert Sans Light"/>
                <a:cs typeface="Albert Sans Light"/>
                <a:sym typeface="Albert Sans Light"/>
              </a:rPr>
              <a:t>www.website.com</a:t>
            </a:r>
            <a:endParaRPr sz="800">
              <a:solidFill>
                <a:srgbClr val="919191"/>
              </a:solidFill>
              <a:latin typeface="Albert Sans Light"/>
              <a:ea typeface="Albert Sans Light"/>
              <a:cs typeface="Albert Sans Light"/>
              <a:sym typeface="Albert Sans Light"/>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396">
          <p15:clr>
            <a:srgbClr val="F26B43"/>
          </p15:clr>
        </p15:guide>
        <p15:guide id="2" pos="504">
          <p15:clr>
            <a:srgbClr val="F26B43"/>
          </p15:clr>
        </p15:guide>
        <p15:guide id="3" pos="5256">
          <p15:clr>
            <a:srgbClr val="F26B43"/>
          </p15:clr>
        </p15:guide>
        <p15:guide id="4" orient="horz" pos="284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0.xml"/><Relationship Id="rId3"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3.xml"/><Relationship Id="rId3"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4.xml"/><Relationship Id="rId3"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6.xml"/><Relationship Id="rId3" Type="http://schemas.openxmlformats.org/officeDocument/2006/relationships/image" Target="../media/image10.png"/><Relationship Id="rId4" Type="http://schemas.openxmlformats.org/officeDocument/2006/relationships/image" Target="../media/image6.png"/><Relationship Id="rId5" Type="http://schemas.openxmlformats.org/officeDocument/2006/relationships/image" Target="../media/image9.png"/><Relationship Id="rId6" Type="http://schemas.openxmlformats.org/officeDocument/2006/relationships/image" Target="../media/image7.png"/><Relationship Id="rId7"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0.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34"/>
          <p:cNvSpPr/>
          <p:nvPr/>
        </p:nvSpPr>
        <p:spPr>
          <a:xfrm>
            <a:off x="800100" y="628650"/>
            <a:ext cx="1885950" cy="1383030"/>
          </a:xfrm>
          <a:prstGeom prst="roundRect">
            <a:avLst>
              <a:gd fmla="val 13124" name="adj"/>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sp>
        <p:nvSpPr>
          <p:cNvPr id="83" name="Google Shape;83;p34"/>
          <p:cNvSpPr txBox="1"/>
          <p:nvPr/>
        </p:nvSpPr>
        <p:spPr>
          <a:xfrm>
            <a:off x="4811792" y="4053185"/>
            <a:ext cx="3532108" cy="461665"/>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id" sz="900">
                <a:solidFill>
                  <a:srgbClr val="595959"/>
                </a:solidFill>
                <a:latin typeface="Albert Sans Light"/>
                <a:ea typeface="Albert Sans Light"/>
                <a:cs typeface="Albert Sans Light"/>
                <a:sym typeface="Albert Sans Light"/>
              </a:rPr>
              <a:t>Lorem ipsum dolor sit amet, consectetuer adipiscing elit. Aenean ligula eget dolor. Aenean massa. Cum sociis natoque</a:t>
            </a:r>
            <a:endParaRPr sz="900">
              <a:solidFill>
                <a:srgbClr val="595959"/>
              </a:solidFill>
              <a:latin typeface="Albert Sans Light"/>
              <a:ea typeface="Albert Sans Light"/>
              <a:cs typeface="Albert Sans Light"/>
              <a:sym typeface="Albert Sans Light"/>
            </a:endParaRPr>
          </a:p>
        </p:txBody>
      </p:sp>
      <p:sp>
        <p:nvSpPr>
          <p:cNvPr id="84" name="Google Shape;84;p34"/>
          <p:cNvSpPr txBox="1"/>
          <p:nvPr/>
        </p:nvSpPr>
        <p:spPr>
          <a:xfrm>
            <a:off x="800099" y="2778911"/>
            <a:ext cx="7543801" cy="830997"/>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id" sz="5000">
                <a:solidFill>
                  <a:srgbClr val="0C0C0C"/>
                </a:solidFill>
                <a:latin typeface="Boldonse"/>
                <a:ea typeface="Boldonse"/>
                <a:cs typeface="Boldonse"/>
                <a:sym typeface="Boldonse"/>
              </a:rPr>
              <a:t>Chemistry</a:t>
            </a:r>
            <a:endParaRPr sz="5000">
              <a:solidFill>
                <a:srgbClr val="0C0C0C"/>
              </a:solidFill>
              <a:latin typeface="Boldonse"/>
              <a:ea typeface="Boldonse"/>
              <a:cs typeface="Boldonse"/>
              <a:sym typeface="Boldonse"/>
            </a:endParaRPr>
          </a:p>
        </p:txBody>
      </p:sp>
      <p:grpSp>
        <p:nvGrpSpPr>
          <p:cNvPr id="85" name="Google Shape;85;p34"/>
          <p:cNvGrpSpPr/>
          <p:nvPr/>
        </p:nvGrpSpPr>
        <p:grpSpPr>
          <a:xfrm>
            <a:off x="5151535" y="2868364"/>
            <a:ext cx="1932683" cy="543248"/>
            <a:chOff x="7014763" y="3670300"/>
            <a:chExt cx="2576911" cy="724331"/>
          </a:xfrm>
        </p:grpSpPr>
        <p:sp>
          <p:nvSpPr>
            <p:cNvPr id="86" name="Google Shape;86;p34"/>
            <p:cNvSpPr/>
            <p:nvPr/>
          </p:nvSpPr>
          <p:spPr>
            <a:xfrm>
              <a:off x="7014763" y="3670300"/>
              <a:ext cx="2576911" cy="724331"/>
            </a:xfrm>
            <a:custGeom>
              <a:rect b="b" l="l" r="r" t="t"/>
              <a:pathLst>
                <a:path extrusionOk="0" h="617424" w="1319039">
                  <a:moveTo>
                    <a:pt x="1319039" y="308582"/>
                  </a:moveTo>
                  <a:cubicBezTo>
                    <a:pt x="1319039" y="280508"/>
                    <a:pt x="1287034" y="254187"/>
                    <a:pt x="1231113" y="231502"/>
                  </a:cubicBezTo>
                  <a:cubicBezTo>
                    <a:pt x="1287031" y="208816"/>
                    <a:pt x="1319039" y="182495"/>
                    <a:pt x="1319039" y="154421"/>
                  </a:cubicBezTo>
                  <a:cubicBezTo>
                    <a:pt x="1319039" y="69137"/>
                    <a:pt x="1023763" y="0"/>
                    <a:pt x="659520" y="0"/>
                  </a:cubicBezTo>
                  <a:cubicBezTo>
                    <a:pt x="295277" y="0"/>
                    <a:pt x="0" y="69137"/>
                    <a:pt x="0" y="154421"/>
                  </a:cubicBezTo>
                  <a:cubicBezTo>
                    <a:pt x="0" y="182495"/>
                    <a:pt x="32006" y="208816"/>
                    <a:pt x="87926" y="231502"/>
                  </a:cubicBezTo>
                  <a:cubicBezTo>
                    <a:pt x="32006" y="254187"/>
                    <a:pt x="0" y="280508"/>
                    <a:pt x="0" y="308582"/>
                  </a:cubicBezTo>
                  <a:cubicBezTo>
                    <a:pt x="0" y="336710"/>
                    <a:pt x="32136" y="363078"/>
                    <a:pt x="88254" y="385793"/>
                  </a:cubicBezTo>
                  <a:cubicBezTo>
                    <a:pt x="32136" y="408508"/>
                    <a:pt x="0" y="434875"/>
                    <a:pt x="0" y="463003"/>
                  </a:cubicBezTo>
                  <a:cubicBezTo>
                    <a:pt x="0" y="548288"/>
                    <a:pt x="295277" y="617424"/>
                    <a:pt x="659520" y="617424"/>
                  </a:cubicBezTo>
                  <a:cubicBezTo>
                    <a:pt x="1023763" y="617424"/>
                    <a:pt x="1319039" y="548288"/>
                    <a:pt x="1319039" y="463003"/>
                  </a:cubicBezTo>
                  <a:cubicBezTo>
                    <a:pt x="1319039" y="434875"/>
                    <a:pt x="1286904" y="408508"/>
                    <a:pt x="1230785" y="385793"/>
                  </a:cubicBezTo>
                  <a:cubicBezTo>
                    <a:pt x="1286904" y="363080"/>
                    <a:pt x="1319039" y="336710"/>
                    <a:pt x="1319039" y="308582"/>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100">
                <a:solidFill>
                  <a:schemeClr val="dk1"/>
                </a:solidFill>
                <a:latin typeface="Albert Sans Light"/>
                <a:ea typeface="Albert Sans Light"/>
                <a:cs typeface="Albert Sans Light"/>
                <a:sym typeface="Albert Sans Light"/>
              </a:endParaRPr>
            </a:p>
          </p:txBody>
        </p:sp>
        <p:sp>
          <p:nvSpPr>
            <p:cNvPr id="87" name="Google Shape;87;p34"/>
            <p:cNvSpPr txBox="1"/>
            <p:nvPr/>
          </p:nvSpPr>
          <p:spPr>
            <a:xfrm>
              <a:off x="7197325" y="3916944"/>
              <a:ext cx="2211900" cy="256500"/>
            </a:xfrm>
            <a:prstGeom prst="rect">
              <a:avLst/>
            </a:prstGeom>
            <a:noFill/>
            <a:ln>
              <a:noFill/>
            </a:ln>
          </p:spPr>
          <p:txBody>
            <a:bodyPr anchorCtr="0" anchor="ctr" bIns="34275" lIns="68575" spcFirstLastPara="1" rIns="68575" wrap="square" tIns="34275">
              <a:spAutoFit/>
            </a:bodyPr>
            <a:lstStyle/>
            <a:p>
              <a:pPr indent="0" lvl="0" marL="0" marR="0" rtl="0" algn="ctr">
                <a:lnSpc>
                  <a:spcPct val="150000"/>
                </a:lnSpc>
                <a:spcBef>
                  <a:spcPts val="0"/>
                </a:spcBef>
                <a:spcAft>
                  <a:spcPts val="0"/>
                </a:spcAft>
                <a:buNone/>
              </a:pPr>
              <a:r>
                <a:rPr lang="id" sz="800">
                  <a:solidFill>
                    <a:schemeClr val="accent6"/>
                  </a:solidFill>
                  <a:latin typeface="Boldonse"/>
                  <a:ea typeface="Boldonse"/>
                  <a:cs typeface="Boldonse"/>
                  <a:sym typeface="Boldonse"/>
                </a:rPr>
                <a:t>Presentation Template</a:t>
              </a:r>
              <a:endParaRPr sz="800">
                <a:solidFill>
                  <a:schemeClr val="accent6"/>
                </a:solidFill>
                <a:latin typeface="Boldonse"/>
                <a:ea typeface="Boldonse"/>
                <a:cs typeface="Boldonse"/>
                <a:sym typeface="Boldonse"/>
              </a:endParaRPr>
            </a:p>
          </p:txBody>
        </p:sp>
      </p:grpSp>
      <p:sp>
        <p:nvSpPr>
          <p:cNvPr id="88" name="Google Shape;88;p34"/>
          <p:cNvSpPr/>
          <p:nvPr/>
        </p:nvSpPr>
        <p:spPr>
          <a:xfrm>
            <a:off x="2686050" y="628650"/>
            <a:ext cx="1885950" cy="1383030"/>
          </a:xfrm>
          <a:prstGeom prst="roundRect">
            <a:avLst>
              <a:gd fmla="val 13124" name="adj"/>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sp>
        <p:nvSpPr>
          <p:cNvPr id="89" name="Google Shape;89;p34"/>
          <p:cNvSpPr/>
          <p:nvPr/>
        </p:nvSpPr>
        <p:spPr>
          <a:xfrm>
            <a:off x="4572000" y="628650"/>
            <a:ext cx="1885950" cy="1383030"/>
          </a:xfrm>
          <a:prstGeom prst="roundRect">
            <a:avLst>
              <a:gd fmla="val 13124" name="adj"/>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sp>
        <p:nvSpPr>
          <p:cNvPr id="90" name="Google Shape;90;p34"/>
          <p:cNvSpPr/>
          <p:nvPr/>
        </p:nvSpPr>
        <p:spPr>
          <a:xfrm>
            <a:off x="6457950" y="628650"/>
            <a:ext cx="1885950" cy="1383030"/>
          </a:xfrm>
          <a:prstGeom prst="roundRect">
            <a:avLst>
              <a:gd fmla="val 13124" name="adj"/>
            </a:avLst>
          </a:prstGeom>
          <a:solidFill>
            <a:schemeClr val="accent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pic>
        <p:nvPicPr>
          <p:cNvPr id="91" name="Google Shape;91;p34"/>
          <p:cNvPicPr preferRelativeResize="0"/>
          <p:nvPr/>
        </p:nvPicPr>
        <p:blipFill rotWithShape="1">
          <a:blip r:embed="rId3">
            <a:alphaModFix/>
          </a:blip>
          <a:srcRect b="0" l="11661" r="11660" t="0"/>
          <a:stretch/>
        </p:blipFill>
        <p:spPr>
          <a:xfrm>
            <a:off x="800100" y="628650"/>
            <a:ext cx="1885950" cy="1383506"/>
          </a:xfrm>
          <a:custGeom>
            <a:rect b="b" l="l" r="r" t="t"/>
            <a:pathLst>
              <a:path extrusionOk="0" h="1844040" w="2514600">
                <a:moveTo>
                  <a:pt x="242012" y="0"/>
                </a:moveTo>
                <a:lnTo>
                  <a:pt x="2272588" y="0"/>
                </a:lnTo>
                <a:cubicBezTo>
                  <a:pt x="2406248" y="0"/>
                  <a:pt x="2514600" y="108352"/>
                  <a:pt x="2514600" y="242012"/>
                </a:cubicBezTo>
                <a:lnTo>
                  <a:pt x="2514600" y="1602028"/>
                </a:lnTo>
                <a:cubicBezTo>
                  <a:pt x="2514600" y="1735688"/>
                  <a:pt x="2406248" y="1844040"/>
                  <a:pt x="2272588" y="1844040"/>
                </a:cubicBezTo>
                <a:lnTo>
                  <a:pt x="242012" y="1844040"/>
                </a:lnTo>
                <a:cubicBezTo>
                  <a:pt x="108352" y="1844040"/>
                  <a:pt x="0" y="1735688"/>
                  <a:pt x="0" y="1602028"/>
                </a:cubicBezTo>
                <a:lnTo>
                  <a:pt x="0" y="242012"/>
                </a:lnTo>
                <a:cubicBezTo>
                  <a:pt x="0" y="108352"/>
                  <a:pt x="108352" y="0"/>
                  <a:pt x="242012" y="0"/>
                </a:cubicBezTo>
                <a:close/>
              </a:path>
            </a:pathLst>
          </a:custGeom>
          <a:noFill/>
          <a:ln>
            <a:noFill/>
          </a:ln>
        </p:spPr>
      </p:pic>
      <p:pic>
        <p:nvPicPr>
          <p:cNvPr id="92" name="Google Shape;92;p34"/>
          <p:cNvPicPr preferRelativeResize="0"/>
          <p:nvPr/>
        </p:nvPicPr>
        <p:blipFill rotWithShape="1">
          <a:blip r:embed="rId3">
            <a:alphaModFix/>
          </a:blip>
          <a:srcRect b="0" l="11661" r="11660" t="0"/>
          <a:stretch/>
        </p:blipFill>
        <p:spPr>
          <a:xfrm>
            <a:off x="2686050" y="628650"/>
            <a:ext cx="1885950" cy="1383506"/>
          </a:xfrm>
          <a:custGeom>
            <a:rect b="b" l="l" r="r" t="t"/>
            <a:pathLst>
              <a:path extrusionOk="0" h="1844040" w="2514600">
                <a:moveTo>
                  <a:pt x="242012" y="0"/>
                </a:moveTo>
                <a:lnTo>
                  <a:pt x="2272588" y="0"/>
                </a:lnTo>
                <a:cubicBezTo>
                  <a:pt x="2406248" y="0"/>
                  <a:pt x="2514600" y="108352"/>
                  <a:pt x="2514600" y="242012"/>
                </a:cubicBezTo>
                <a:lnTo>
                  <a:pt x="2514600" y="1602028"/>
                </a:lnTo>
                <a:cubicBezTo>
                  <a:pt x="2514600" y="1735688"/>
                  <a:pt x="2406248" y="1844040"/>
                  <a:pt x="2272588" y="1844040"/>
                </a:cubicBezTo>
                <a:lnTo>
                  <a:pt x="242012" y="1844040"/>
                </a:lnTo>
                <a:cubicBezTo>
                  <a:pt x="108352" y="1844040"/>
                  <a:pt x="0" y="1735688"/>
                  <a:pt x="0" y="1602028"/>
                </a:cubicBezTo>
                <a:lnTo>
                  <a:pt x="0" y="242012"/>
                </a:lnTo>
                <a:cubicBezTo>
                  <a:pt x="0" y="108352"/>
                  <a:pt x="108352" y="0"/>
                  <a:pt x="242012" y="0"/>
                </a:cubicBezTo>
                <a:close/>
              </a:path>
            </a:pathLst>
          </a:custGeom>
          <a:noFill/>
          <a:ln>
            <a:noFill/>
          </a:ln>
        </p:spPr>
      </p:pic>
      <p:pic>
        <p:nvPicPr>
          <p:cNvPr id="93" name="Google Shape;93;p34"/>
          <p:cNvPicPr preferRelativeResize="0"/>
          <p:nvPr/>
        </p:nvPicPr>
        <p:blipFill rotWithShape="1">
          <a:blip r:embed="rId3">
            <a:alphaModFix/>
          </a:blip>
          <a:srcRect b="0" l="11661" r="11660" t="0"/>
          <a:stretch/>
        </p:blipFill>
        <p:spPr>
          <a:xfrm>
            <a:off x="4572000" y="628650"/>
            <a:ext cx="1885950" cy="1383506"/>
          </a:xfrm>
          <a:custGeom>
            <a:rect b="b" l="l" r="r" t="t"/>
            <a:pathLst>
              <a:path extrusionOk="0" h="1844040" w="2514600">
                <a:moveTo>
                  <a:pt x="242012" y="0"/>
                </a:moveTo>
                <a:lnTo>
                  <a:pt x="2272588" y="0"/>
                </a:lnTo>
                <a:cubicBezTo>
                  <a:pt x="2406248" y="0"/>
                  <a:pt x="2514600" y="108352"/>
                  <a:pt x="2514600" y="242012"/>
                </a:cubicBezTo>
                <a:lnTo>
                  <a:pt x="2514600" y="1602028"/>
                </a:lnTo>
                <a:cubicBezTo>
                  <a:pt x="2514600" y="1735688"/>
                  <a:pt x="2406248" y="1844040"/>
                  <a:pt x="2272588" y="1844040"/>
                </a:cubicBezTo>
                <a:lnTo>
                  <a:pt x="242012" y="1844040"/>
                </a:lnTo>
                <a:cubicBezTo>
                  <a:pt x="108352" y="1844040"/>
                  <a:pt x="0" y="1735688"/>
                  <a:pt x="0" y="1602028"/>
                </a:cubicBezTo>
                <a:lnTo>
                  <a:pt x="0" y="242012"/>
                </a:lnTo>
                <a:cubicBezTo>
                  <a:pt x="0" y="108352"/>
                  <a:pt x="108352" y="0"/>
                  <a:pt x="242012" y="0"/>
                </a:cubicBezTo>
                <a:close/>
              </a:path>
            </a:pathLst>
          </a:custGeom>
          <a:noFill/>
          <a:ln>
            <a:noFill/>
          </a:ln>
        </p:spPr>
      </p:pic>
      <p:pic>
        <p:nvPicPr>
          <p:cNvPr id="94" name="Google Shape;94;p34"/>
          <p:cNvPicPr preferRelativeResize="0"/>
          <p:nvPr/>
        </p:nvPicPr>
        <p:blipFill rotWithShape="1">
          <a:blip r:embed="rId3">
            <a:alphaModFix/>
          </a:blip>
          <a:srcRect b="0" l="11661" r="11660" t="0"/>
          <a:stretch/>
        </p:blipFill>
        <p:spPr>
          <a:xfrm>
            <a:off x="6457950" y="628650"/>
            <a:ext cx="1885950" cy="1383506"/>
          </a:xfrm>
          <a:custGeom>
            <a:rect b="b" l="l" r="r" t="t"/>
            <a:pathLst>
              <a:path extrusionOk="0" h="1844040" w="2514600">
                <a:moveTo>
                  <a:pt x="242012" y="0"/>
                </a:moveTo>
                <a:lnTo>
                  <a:pt x="2272588" y="0"/>
                </a:lnTo>
                <a:cubicBezTo>
                  <a:pt x="2406248" y="0"/>
                  <a:pt x="2514600" y="108352"/>
                  <a:pt x="2514600" y="242012"/>
                </a:cubicBezTo>
                <a:lnTo>
                  <a:pt x="2514600" y="1602028"/>
                </a:lnTo>
                <a:cubicBezTo>
                  <a:pt x="2514600" y="1735688"/>
                  <a:pt x="2406248" y="1844040"/>
                  <a:pt x="2272588" y="1844040"/>
                </a:cubicBezTo>
                <a:lnTo>
                  <a:pt x="242012" y="1844040"/>
                </a:lnTo>
                <a:cubicBezTo>
                  <a:pt x="108352" y="1844040"/>
                  <a:pt x="0" y="1735688"/>
                  <a:pt x="0" y="1602028"/>
                </a:cubicBezTo>
                <a:lnTo>
                  <a:pt x="0" y="242012"/>
                </a:lnTo>
                <a:cubicBezTo>
                  <a:pt x="0" y="108352"/>
                  <a:pt x="108352" y="0"/>
                  <a:pt x="242012" y="0"/>
                </a:cubicBezTo>
                <a:close/>
              </a:path>
            </a:pathLst>
          </a:cu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35"/>
          <p:cNvSpPr txBox="1"/>
          <p:nvPr/>
        </p:nvSpPr>
        <p:spPr>
          <a:xfrm>
            <a:off x="800100" y="717848"/>
            <a:ext cx="3206115" cy="692498"/>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id" sz="4100">
                <a:solidFill>
                  <a:srgbClr val="0C0C0C"/>
                </a:solidFill>
                <a:latin typeface="Boldonse"/>
                <a:ea typeface="Boldonse"/>
                <a:cs typeface="Boldonse"/>
                <a:sym typeface="Boldonse"/>
              </a:rPr>
              <a:t>What is</a:t>
            </a:r>
            <a:endParaRPr sz="4100">
              <a:solidFill>
                <a:srgbClr val="0C0C0C"/>
              </a:solidFill>
              <a:latin typeface="Boldonse"/>
              <a:ea typeface="Boldonse"/>
              <a:cs typeface="Boldonse"/>
              <a:sym typeface="Boldonse"/>
            </a:endParaRPr>
          </a:p>
        </p:txBody>
      </p:sp>
      <p:sp>
        <p:nvSpPr>
          <p:cNvPr id="100" name="Google Shape;100;p35"/>
          <p:cNvSpPr txBox="1"/>
          <p:nvPr/>
        </p:nvSpPr>
        <p:spPr>
          <a:xfrm>
            <a:off x="2848685" y="3220037"/>
            <a:ext cx="2601995" cy="1292662"/>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id" sz="900">
                <a:solidFill>
                  <a:srgbClr val="595959"/>
                </a:solidFill>
                <a:latin typeface="Albert Sans Light"/>
                <a:ea typeface="Albert Sans Light"/>
                <a:cs typeface="Albert Sans Light"/>
                <a:sym typeface="Albert Sans Light"/>
              </a:rPr>
              <a:t>Lorem ipsum dolor sit amet, consectetuer adipiscing elit. Aenean commodo ligula eget dolor. Aenean massa. Cum sociis natoque penatibus et magnis dis parturient montes, nascetur ridiculus mus. Donec quam felis, ultricies nec, pellentesque eu, pretium</a:t>
            </a:r>
            <a:endParaRPr sz="900">
              <a:solidFill>
                <a:srgbClr val="595959"/>
              </a:solidFill>
              <a:latin typeface="Albert Sans Light"/>
              <a:ea typeface="Albert Sans Light"/>
              <a:cs typeface="Albert Sans Light"/>
              <a:sym typeface="Albert Sans Light"/>
            </a:endParaRPr>
          </a:p>
        </p:txBody>
      </p:sp>
      <p:sp>
        <p:nvSpPr>
          <p:cNvPr id="101" name="Google Shape;101;p35"/>
          <p:cNvSpPr txBox="1"/>
          <p:nvPr/>
        </p:nvSpPr>
        <p:spPr>
          <a:xfrm>
            <a:off x="2848686" y="1323379"/>
            <a:ext cx="4189578" cy="692497"/>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id" sz="4100">
                <a:solidFill>
                  <a:schemeClr val="accent2"/>
                </a:solidFill>
                <a:latin typeface="Boldonse"/>
                <a:ea typeface="Boldonse"/>
                <a:cs typeface="Boldonse"/>
                <a:sym typeface="Boldonse"/>
              </a:rPr>
              <a:t>chemistry?</a:t>
            </a:r>
            <a:endParaRPr sz="4100">
              <a:solidFill>
                <a:schemeClr val="accent2"/>
              </a:solidFill>
              <a:latin typeface="Boldonse"/>
              <a:ea typeface="Boldonse"/>
              <a:cs typeface="Boldonse"/>
              <a:sym typeface="Boldonse"/>
            </a:endParaRPr>
          </a:p>
        </p:txBody>
      </p:sp>
      <p:sp>
        <p:nvSpPr>
          <p:cNvPr id="102" name="Google Shape;102;p35"/>
          <p:cNvSpPr txBox="1"/>
          <p:nvPr/>
        </p:nvSpPr>
        <p:spPr>
          <a:xfrm>
            <a:off x="5737266" y="3220037"/>
            <a:ext cx="2601995" cy="877163"/>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id" sz="900">
                <a:solidFill>
                  <a:srgbClr val="595959"/>
                </a:solidFill>
                <a:latin typeface="Albert Sans Light"/>
                <a:ea typeface="Albert Sans Light"/>
                <a:cs typeface="Albert Sans Light"/>
                <a:sym typeface="Albert Sans Light"/>
              </a:rPr>
              <a:t>Donec quam felis, ultricies nec, pellentesque eu, pretium quis, sem. Nulla consequat massa quis enim. Donec pede justo, fringilla vel, aliquet nec, vulputate eget, arcu. </a:t>
            </a:r>
            <a:endParaRPr sz="900">
              <a:solidFill>
                <a:srgbClr val="595959"/>
              </a:solidFill>
              <a:latin typeface="Albert Sans Light"/>
              <a:ea typeface="Albert Sans Light"/>
              <a:cs typeface="Albert Sans Light"/>
              <a:sym typeface="Albert Sans Light"/>
            </a:endParaRPr>
          </a:p>
        </p:txBody>
      </p:sp>
      <p:sp>
        <p:nvSpPr>
          <p:cNvPr id="103" name="Google Shape;103;p35"/>
          <p:cNvSpPr txBox="1"/>
          <p:nvPr/>
        </p:nvSpPr>
        <p:spPr>
          <a:xfrm>
            <a:off x="800100" y="3220037"/>
            <a:ext cx="1221581" cy="461665"/>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id" sz="900">
                <a:solidFill>
                  <a:schemeClr val="accent1"/>
                </a:solidFill>
                <a:latin typeface="Boldonse"/>
                <a:ea typeface="Boldonse"/>
                <a:cs typeface="Boldonse"/>
                <a:sym typeface="Boldonse"/>
              </a:rPr>
              <a:t>Introduction to Chemistry</a:t>
            </a:r>
            <a:endParaRPr sz="900">
              <a:solidFill>
                <a:schemeClr val="accent1"/>
              </a:solidFill>
              <a:latin typeface="Boldonse"/>
              <a:ea typeface="Boldonse"/>
              <a:cs typeface="Boldonse"/>
              <a:sym typeface="Boldonse"/>
            </a:endParaRPr>
          </a:p>
        </p:txBody>
      </p:sp>
      <p:cxnSp>
        <p:nvCxnSpPr>
          <p:cNvPr id="104" name="Google Shape;104;p35"/>
          <p:cNvCxnSpPr/>
          <p:nvPr/>
        </p:nvCxnSpPr>
        <p:spPr>
          <a:xfrm>
            <a:off x="802420" y="2617957"/>
            <a:ext cx="7539161" cy="0"/>
          </a:xfrm>
          <a:prstGeom prst="straightConnector1">
            <a:avLst/>
          </a:prstGeom>
          <a:noFill/>
          <a:ln cap="flat" cmpd="sng" w="9525">
            <a:solidFill>
              <a:srgbClr val="D8D8D8"/>
            </a:solidFill>
            <a:prstDash val="solid"/>
            <a:miter lim="800000"/>
            <a:headEnd len="sm" w="sm" type="none"/>
            <a:tailEnd len="sm" w="sm"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p36"/>
          <p:cNvPicPr preferRelativeResize="0"/>
          <p:nvPr/>
        </p:nvPicPr>
        <p:blipFill rotWithShape="1">
          <a:blip r:embed="rId3">
            <a:alphaModFix/>
          </a:blip>
          <a:srcRect b="0" l="21875" r="21874" t="0"/>
          <a:stretch/>
        </p:blipFill>
        <p:spPr>
          <a:xfrm>
            <a:off x="3127772" y="1410891"/>
            <a:ext cx="3103959" cy="3103959"/>
          </a:xfrm>
          <a:custGeom>
            <a:rect b="b" l="l" r="r" t="t"/>
            <a:pathLst>
              <a:path extrusionOk="0" h="4139340" w="4139340">
                <a:moveTo>
                  <a:pt x="2069670" y="0"/>
                </a:moveTo>
                <a:cubicBezTo>
                  <a:pt x="3212717" y="0"/>
                  <a:pt x="4139340" y="926623"/>
                  <a:pt x="4139340" y="2069670"/>
                </a:cubicBezTo>
                <a:cubicBezTo>
                  <a:pt x="4139340" y="3212717"/>
                  <a:pt x="3212717" y="4139340"/>
                  <a:pt x="2069670" y="4139340"/>
                </a:cubicBezTo>
                <a:cubicBezTo>
                  <a:pt x="926623" y="4139340"/>
                  <a:pt x="0" y="3212717"/>
                  <a:pt x="0" y="2069670"/>
                </a:cubicBezTo>
                <a:cubicBezTo>
                  <a:pt x="0" y="926623"/>
                  <a:pt x="926623" y="0"/>
                  <a:pt x="2069670" y="0"/>
                </a:cubicBezTo>
                <a:close/>
              </a:path>
            </a:pathLst>
          </a:custGeom>
          <a:noFill/>
          <a:ln>
            <a:noFill/>
          </a:ln>
        </p:spPr>
      </p:pic>
      <p:pic>
        <p:nvPicPr>
          <p:cNvPr id="110" name="Google Shape;110;p36"/>
          <p:cNvPicPr preferRelativeResize="0"/>
          <p:nvPr/>
        </p:nvPicPr>
        <p:blipFill rotWithShape="1">
          <a:blip r:embed="rId3">
            <a:alphaModFix/>
          </a:blip>
          <a:srcRect b="0" l="21847" r="21848" t="0"/>
          <a:stretch/>
        </p:blipFill>
        <p:spPr>
          <a:xfrm>
            <a:off x="6506766" y="1959769"/>
            <a:ext cx="1225153" cy="1223963"/>
          </a:xfrm>
          <a:custGeom>
            <a:rect b="b" l="l" r="r" t="t"/>
            <a:pathLst>
              <a:path extrusionOk="0" h="1632814" w="1632814">
                <a:moveTo>
                  <a:pt x="816407" y="0"/>
                </a:moveTo>
                <a:cubicBezTo>
                  <a:pt x="1267296" y="0"/>
                  <a:pt x="1632814" y="365518"/>
                  <a:pt x="1632814" y="816407"/>
                </a:cubicBezTo>
                <a:cubicBezTo>
                  <a:pt x="1632814" y="1267296"/>
                  <a:pt x="1267296" y="1632814"/>
                  <a:pt x="816407" y="1632814"/>
                </a:cubicBezTo>
                <a:cubicBezTo>
                  <a:pt x="365518" y="1632814"/>
                  <a:pt x="0" y="1267296"/>
                  <a:pt x="0" y="816407"/>
                </a:cubicBezTo>
                <a:cubicBezTo>
                  <a:pt x="0" y="365518"/>
                  <a:pt x="365518" y="0"/>
                  <a:pt x="816407" y="0"/>
                </a:cubicBezTo>
                <a:close/>
              </a:path>
            </a:pathLst>
          </a:custGeom>
          <a:noFill/>
          <a:ln>
            <a:noFill/>
          </a:ln>
        </p:spPr>
      </p:pic>
      <p:pic>
        <p:nvPicPr>
          <p:cNvPr id="111" name="Google Shape;111;p36"/>
          <p:cNvPicPr preferRelativeResize="0"/>
          <p:nvPr/>
        </p:nvPicPr>
        <p:blipFill rotWithShape="1">
          <a:blip r:embed="rId3">
            <a:alphaModFix/>
          </a:blip>
          <a:srcRect b="0" l="21875" r="21874" t="0"/>
          <a:stretch/>
        </p:blipFill>
        <p:spPr>
          <a:xfrm>
            <a:off x="7118747" y="628650"/>
            <a:ext cx="1225153" cy="1225154"/>
          </a:xfrm>
          <a:custGeom>
            <a:rect b="b" l="l" r="r" t="t"/>
            <a:pathLst>
              <a:path extrusionOk="0" h="1632814" w="1632814">
                <a:moveTo>
                  <a:pt x="816407" y="0"/>
                </a:moveTo>
                <a:cubicBezTo>
                  <a:pt x="1267296" y="0"/>
                  <a:pt x="1632814" y="365518"/>
                  <a:pt x="1632814" y="816407"/>
                </a:cubicBezTo>
                <a:cubicBezTo>
                  <a:pt x="1632814" y="1267296"/>
                  <a:pt x="1267296" y="1632814"/>
                  <a:pt x="816407" y="1632814"/>
                </a:cubicBezTo>
                <a:cubicBezTo>
                  <a:pt x="365518" y="1632814"/>
                  <a:pt x="0" y="1267296"/>
                  <a:pt x="0" y="816407"/>
                </a:cubicBezTo>
                <a:cubicBezTo>
                  <a:pt x="0" y="365518"/>
                  <a:pt x="365518" y="0"/>
                  <a:pt x="816407" y="0"/>
                </a:cubicBezTo>
                <a:close/>
              </a:path>
            </a:pathLst>
          </a:custGeom>
          <a:noFill/>
          <a:ln>
            <a:noFill/>
          </a:ln>
        </p:spPr>
      </p:pic>
      <p:sp>
        <p:nvSpPr>
          <p:cNvPr id="112" name="Google Shape;112;p36"/>
          <p:cNvSpPr txBox="1"/>
          <p:nvPr/>
        </p:nvSpPr>
        <p:spPr>
          <a:xfrm>
            <a:off x="800099" y="531702"/>
            <a:ext cx="3148148" cy="1508105"/>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id" sz="3300">
                <a:solidFill>
                  <a:srgbClr val="0C0C0C"/>
                </a:solidFill>
                <a:latin typeface="Boldonse"/>
                <a:ea typeface="Boldonse"/>
                <a:cs typeface="Boldonse"/>
                <a:sym typeface="Boldonse"/>
              </a:rPr>
              <a:t>Why does it matter?</a:t>
            </a:r>
            <a:endParaRPr sz="3300">
              <a:solidFill>
                <a:srgbClr val="0C0C0C"/>
              </a:solidFill>
              <a:latin typeface="Boldonse"/>
              <a:ea typeface="Boldonse"/>
              <a:cs typeface="Boldonse"/>
              <a:sym typeface="Boldonse"/>
            </a:endParaRPr>
          </a:p>
        </p:txBody>
      </p:sp>
      <p:sp>
        <p:nvSpPr>
          <p:cNvPr id="113" name="Google Shape;113;p36"/>
          <p:cNvSpPr txBox="1"/>
          <p:nvPr/>
        </p:nvSpPr>
        <p:spPr>
          <a:xfrm>
            <a:off x="6369197" y="3845436"/>
            <a:ext cx="1974703" cy="669414"/>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id" sz="900">
                <a:solidFill>
                  <a:srgbClr val="595959"/>
                </a:solidFill>
                <a:latin typeface="Albert Sans Light"/>
                <a:ea typeface="Albert Sans Light"/>
                <a:cs typeface="Albert Sans Light"/>
                <a:sym typeface="Albert Sans Light"/>
              </a:rPr>
              <a:t>Lorem ipsum dolor sit amet, adipiscing elit. Aenean commodo ligula eget dolor. Aenean massa. </a:t>
            </a:r>
            <a:endParaRPr sz="900">
              <a:solidFill>
                <a:srgbClr val="595959"/>
              </a:solidFill>
              <a:latin typeface="Albert Sans Light"/>
              <a:ea typeface="Albert Sans Light"/>
              <a:cs typeface="Albert Sans Light"/>
              <a:sym typeface="Albert Sans Light"/>
            </a:endParaRPr>
          </a:p>
        </p:txBody>
      </p:sp>
      <p:sp>
        <p:nvSpPr>
          <p:cNvPr id="114" name="Google Shape;114;p36"/>
          <p:cNvSpPr txBox="1"/>
          <p:nvPr/>
        </p:nvSpPr>
        <p:spPr>
          <a:xfrm>
            <a:off x="800099" y="2202767"/>
            <a:ext cx="2327417" cy="253915"/>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id" sz="900">
                <a:solidFill>
                  <a:schemeClr val="accent2"/>
                </a:solidFill>
                <a:latin typeface="Boldonse"/>
                <a:ea typeface="Boldonse"/>
                <a:cs typeface="Boldonse"/>
                <a:sym typeface="Boldonse"/>
              </a:rPr>
              <a:t>Everything is made of chemical</a:t>
            </a:r>
            <a:endParaRPr sz="1100"/>
          </a:p>
        </p:txBody>
      </p:sp>
      <p:grpSp>
        <p:nvGrpSpPr>
          <p:cNvPr id="115" name="Google Shape;115;p36"/>
          <p:cNvGrpSpPr/>
          <p:nvPr/>
        </p:nvGrpSpPr>
        <p:grpSpPr>
          <a:xfrm>
            <a:off x="2659806" y="3090132"/>
            <a:ext cx="1288442" cy="1288447"/>
            <a:chOff x="3546408" y="4120176"/>
            <a:chExt cx="1717922" cy="1717930"/>
          </a:xfrm>
        </p:grpSpPr>
        <p:sp>
          <p:nvSpPr>
            <p:cNvPr id="116" name="Google Shape;116;p36"/>
            <p:cNvSpPr/>
            <p:nvPr/>
          </p:nvSpPr>
          <p:spPr>
            <a:xfrm>
              <a:off x="3546408" y="4120176"/>
              <a:ext cx="1717922" cy="1717930"/>
            </a:xfrm>
            <a:custGeom>
              <a:rect b="b" l="l" r="r" t="t"/>
              <a:pathLst>
                <a:path extrusionOk="0" h="738689" w="738683">
                  <a:moveTo>
                    <a:pt x="738684" y="369345"/>
                  </a:moveTo>
                  <a:cubicBezTo>
                    <a:pt x="738684" y="395596"/>
                    <a:pt x="674283" y="414501"/>
                    <a:pt x="668913" y="439086"/>
                  </a:cubicBezTo>
                  <a:cubicBezTo>
                    <a:pt x="663355" y="464526"/>
                    <a:pt x="713757" y="508702"/>
                    <a:pt x="703096" y="531696"/>
                  </a:cubicBezTo>
                  <a:cubicBezTo>
                    <a:pt x="692210" y="555173"/>
                    <a:pt x="625894" y="545069"/>
                    <a:pt x="610386" y="565284"/>
                  </a:cubicBezTo>
                  <a:cubicBezTo>
                    <a:pt x="594709" y="585709"/>
                    <a:pt x="621437" y="647279"/>
                    <a:pt x="601754" y="663633"/>
                  </a:cubicBezTo>
                  <a:cubicBezTo>
                    <a:pt x="582054" y="680002"/>
                    <a:pt x="526681" y="642275"/>
                    <a:pt x="503693" y="653817"/>
                  </a:cubicBezTo>
                  <a:cubicBezTo>
                    <a:pt x="480969" y="665226"/>
                    <a:pt x="477942" y="732317"/>
                    <a:pt x="452713" y="738286"/>
                  </a:cubicBezTo>
                  <a:cubicBezTo>
                    <a:pt x="428218" y="744081"/>
                    <a:pt x="395547" y="685613"/>
                    <a:pt x="369339" y="685613"/>
                  </a:cubicBezTo>
                  <a:cubicBezTo>
                    <a:pt x="343134" y="685613"/>
                    <a:pt x="310459" y="744081"/>
                    <a:pt x="285967" y="738286"/>
                  </a:cubicBezTo>
                  <a:cubicBezTo>
                    <a:pt x="260735" y="732317"/>
                    <a:pt x="257709" y="665226"/>
                    <a:pt x="234988" y="653817"/>
                  </a:cubicBezTo>
                  <a:cubicBezTo>
                    <a:pt x="212000" y="642275"/>
                    <a:pt x="156627" y="680002"/>
                    <a:pt x="136927" y="663633"/>
                  </a:cubicBezTo>
                  <a:cubicBezTo>
                    <a:pt x="117246" y="647279"/>
                    <a:pt x="143974" y="585709"/>
                    <a:pt x="128298" y="565284"/>
                  </a:cubicBezTo>
                  <a:cubicBezTo>
                    <a:pt x="112787" y="545072"/>
                    <a:pt x="46470" y="555175"/>
                    <a:pt x="35587" y="531696"/>
                  </a:cubicBezTo>
                  <a:cubicBezTo>
                    <a:pt x="24928" y="508705"/>
                    <a:pt x="75327" y="464526"/>
                    <a:pt x="69771" y="439086"/>
                  </a:cubicBezTo>
                  <a:cubicBezTo>
                    <a:pt x="64401" y="414501"/>
                    <a:pt x="0" y="395593"/>
                    <a:pt x="0" y="369345"/>
                  </a:cubicBezTo>
                  <a:cubicBezTo>
                    <a:pt x="0" y="343094"/>
                    <a:pt x="64401" y="324188"/>
                    <a:pt x="69771" y="299604"/>
                  </a:cubicBezTo>
                  <a:cubicBezTo>
                    <a:pt x="75327" y="274163"/>
                    <a:pt x="24926" y="229988"/>
                    <a:pt x="35587" y="206993"/>
                  </a:cubicBezTo>
                  <a:cubicBezTo>
                    <a:pt x="46470" y="183517"/>
                    <a:pt x="112789" y="193620"/>
                    <a:pt x="128298" y="173406"/>
                  </a:cubicBezTo>
                  <a:cubicBezTo>
                    <a:pt x="143974" y="152980"/>
                    <a:pt x="117246" y="91411"/>
                    <a:pt x="136927" y="75057"/>
                  </a:cubicBezTo>
                  <a:cubicBezTo>
                    <a:pt x="156627" y="58687"/>
                    <a:pt x="212000" y="96415"/>
                    <a:pt x="234988" y="84873"/>
                  </a:cubicBezTo>
                  <a:cubicBezTo>
                    <a:pt x="257712" y="73464"/>
                    <a:pt x="260738" y="6373"/>
                    <a:pt x="285967" y="404"/>
                  </a:cubicBezTo>
                  <a:cubicBezTo>
                    <a:pt x="310462" y="-5391"/>
                    <a:pt x="343134" y="53076"/>
                    <a:pt x="369339" y="53076"/>
                  </a:cubicBezTo>
                  <a:cubicBezTo>
                    <a:pt x="395547" y="53076"/>
                    <a:pt x="428218" y="-5391"/>
                    <a:pt x="452713" y="404"/>
                  </a:cubicBezTo>
                  <a:cubicBezTo>
                    <a:pt x="477942" y="6373"/>
                    <a:pt x="480972" y="73464"/>
                    <a:pt x="503693" y="84873"/>
                  </a:cubicBezTo>
                  <a:cubicBezTo>
                    <a:pt x="526681" y="96415"/>
                    <a:pt x="582054" y="58687"/>
                    <a:pt x="601754" y="75057"/>
                  </a:cubicBezTo>
                  <a:cubicBezTo>
                    <a:pt x="621435" y="91411"/>
                    <a:pt x="594707" y="152980"/>
                    <a:pt x="610383" y="173406"/>
                  </a:cubicBezTo>
                  <a:cubicBezTo>
                    <a:pt x="625894" y="193617"/>
                    <a:pt x="692210" y="183514"/>
                    <a:pt x="703093" y="206993"/>
                  </a:cubicBezTo>
                  <a:cubicBezTo>
                    <a:pt x="713755" y="229988"/>
                    <a:pt x="663353" y="274163"/>
                    <a:pt x="668910" y="299604"/>
                  </a:cubicBezTo>
                  <a:cubicBezTo>
                    <a:pt x="674283" y="324186"/>
                    <a:pt x="738684" y="343094"/>
                    <a:pt x="738684" y="369345"/>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lbert Sans Light"/>
                <a:ea typeface="Albert Sans Light"/>
                <a:cs typeface="Albert Sans Light"/>
                <a:sym typeface="Albert Sans Light"/>
              </a:endParaRPr>
            </a:p>
          </p:txBody>
        </p:sp>
        <p:sp>
          <p:nvSpPr>
            <p:cNvPr id="117" name="Google Shape;117;p36"/>
            <p:cNvSpPr txBox="1"/>
            <p:nvPr/>
          </p:nvSpPr>
          <p:spPr>
            <a:xfrm>
              <a:off x="3731556" y="4693166"/>
              <a:ext cx="1347626" cy="571951"/>
            </a:xfrm>
            <a:prstGeom prst="rect">
              <a:avLst/>
            </a:prstGeom>
            <a:noFill/>
            <a:ln>
              <a:noFill/>
            </a:ln>
          </p:spPr>
          <p:txBody>
            <a:bodyPr anchorCtr="0" anchor="t" bIns="34275" lIns="68575" spcFirstLastPara="1" rIns="68575" wrap="square" tIns="34275">
              <a:spAutoFit/>
            </a:bodyPr>
            <a:lstStyle/>
            <a:p>
              <a:pPr indent="0" lvl="0" marL="0" marR="0" rtl="0" algn="ctr">
                <a:lnSpc>
                  <a:spcPct val="150000"/>
                </a:lnSpc>
                <a:spcBef>
                  <a:spcPts val="0"/>
                </a:spcBef>
                <a:spcAft>
                  <a:spcPts val="0"/>
                </a:spcAft>
                <a:buNone/>
              </a:pPr>
              <a:r>
                <a:rPr lang="id" sz="800">
                  <a:solidFill>
                    <a:schemeClr val="accent6"/>
                  </a:solidFill>
                  <a:latin typeface="Boldonse"/>
                  <a:ea typeface="Boldonse"/>
                  <a:cs typeface="Boldonse"/>
                  <a:sym typeface="Boldonse"/>
                </a:rPr>
                <a:t>Science &amp; Technology.</a:t>
              </a:r>
              <a:endParaRPr sz="800">
                <a:solidFill>
                  <a:schemeClr val="accent6"/>
                </a:solidFill>
                <a:latin typeface="Boldonse"/>
                <a:ea typeface="Boldonse"/>
                <a:cs typeface="Boldonse"/>
                <a:sym typeface="Boldonse"/>
              </a:endParaRPr>
            </a:p>
          </p:txBody>
        </p:sp>
      </p:grpSp>
      <p:sp>
        <p:nvSpPr>
          <p:cNvPr id="118" name="Google Shape;118;p36"/>
          <p:cNvSpPr/>
          <p:nvPr/>
        </p:nvSpPr>
        <p:spPr>
          <a:xfrm rot="-6873946">
            <a:off x="1388690" y="2891438"/>
            <a:ext cx="1150237" cy="696177"/>
          </a:xfrm>
          <a:custGeom>
            <a:rect b="b" l="l" r="r" t="t"/>
            <a:pathLst>
              <a:path extrusionOk="0" h="1371263" w="2265630">
                <a:moveTo>
                  <a:pt x="27" y="1089911"/>
                </a:moveTo>
                <a:cubicBezTo>
                  <a:pt x="1851" y="1049219"/>
                  <a:pt x="100328" y="1017141"/>
                  <a:pt x="101323" y="1034721"/>
                </a:cubicBezTo>
                <a:cubicBezTo>
                  <a:pt x="102523" y="1055960"/>
                  <a:pt x="98912" y="1134796"/>
                  <a:pt x="94886" y="1209624"/>
                </a:cubicBezTo>
                <a:cubicBezTo>
                  <a:pt x="102502" y="1196224"/>
                  <a:pt x="110996" y="1181462"/>
                  <a:pt x="120336" y="1165510"/>
                </a:cubicBezTo>
                <a:cubicBezTo>
                  <a:pt x="165020" y="1089143"/>
                  <a:pt x="229547" y="986293"/>
                  <a:pt x="306984" y="880588"/>
                </a:cubicBezTo>
                <a:cubicBezTo>
                  <a:pt x="345632" y="827702"/>
                  <a:pt x="387428" y="774086"/>
                  <a:pt x="430812" y="722356"/>
                </a:cubicBezTo>
                <a:cubicBezTo>
                  <a:pt x="474168" y="670602"/>
                  <a:pt x="519112" y="620738"/>
                  <a:pt x="563473" y="574899"/>
                </a:cubicBezTo>
                <a:cubicBezTo>
                  <a:pt x="607813" y="529033"/>
                  <a:pt x="651564" y="487202"/>
                  <a:pt x="691975" y="450869"/>
                </a:cubicBezTo>
                <a:cubicBezTo>
                  <a:pt x="732392" y="414538"/>
                  <a:pt x="769446" y="383695"/>
                  <a:pt x="800071" y="359277"/>
                </a:cubicBezTo>
                <a:cubicBezTo>
                  <a:pt x="836665" y="330089"/>
                  <a:pt x="870177" y="304265"/>
                  <a:pt x="907066" y="277269"/>
                </a:cubicBezTo>
                <a:cubicBezTo>
                  <a:pt x="944027" y="250379"/>
                  <a:pt x="984314" y="222189"/>
                  <a:pt x="1035897" y="190587"/>
                </a:cubicBezTo>
                <a:cubicBezTo>
                  <a:pt x="1061693" y="174800"/>
                  <a:pt x="1090356" y="158238"/>
                  <a:pt x="1123031" y="141007"/>
                </a:cubicBezTo>
                <a:cubicBezTo>
                  <a:pt x="1155727" y="123824"/>
                  <a:pt x="1192448" y="105959"/>
                  <a:pt x="1234563" y="88286"/>
                </a:cubicBezTo>
                <a:cubicBezTo>
                  <a:pt x="1276684" y="70654"/>
                  <a:pt x="1324210" y="53132"/>
                  <a:pt x="1378605" y="37842"/>
                </a:cubicBezTo>
                <a:cubicBezTo>
                  <a:pt x="1432978" y="22652"/>
                  <a:pt x="1494309" y="9546"/>
                  <a:pt x="1563568" y="3391"/>
                </a:cubicBezTo>
                <a:cubicBezTo>
                  <a:pt x="1684437" y="-7424"/>
                  <a:pt x="1795139" y="8085"/>
                  <a:pt x="1886151" y="43428"/>
                </a:cubicBezTo>
                <a:cubicBezTo>
                  <a:pt x="1931692" y="60974"/>
                  <a:pt x="1972326" y="83143"/>
                  <a:pt x="2007566" y="108030"/>
                </a:cubicBezTo>
                <a:cubicBezTo>
                  <a:pt x="2042854" y="132901"/>
                  <a:pt x="2072844" y="160319"/>
                  <a:pt x="2098064" y="188351"/>
                </a:cubicBezTo>
                <a:cubicBezTo>
                  <a:pt x="2123308" y="216404"/>
                  <a:pt x="2143920" y="244978"/>
                  <a:pt x="2160917" y="272811"/>
                </a:cubicBezTo>
                <a:cubicBezTo>
                  <a:pt x="2177960" y="300634"/>
                  <a:pt x="2191412" y="327730"/>
                  <a:pt x="2202463" y="353362"/>
                </a:cubicBezTo>
                <a:cubicBezTo>
                  <a:pt x="2224433" y="404752"/>
                  <a:pt x="2236860" y="450227"/>
                  <a:pt x="2245339" y="488859"/>
                </a:cubicBezTo>
                <a:cubicBezTo>
                  <a:pt x="2253716" y="527565"/>
                  <a:pt x="2257948" y="559640"/>
                  <a:pt x="2260694" y="586030"/>
                </a:cubicBezTo>
                <a:cubicBezTo>
                  <a:pt x="2263397" y="612433"/>
                  <a:pt x="2264425" y="633209"/>
                  <a:pt x="2265032" y="649720"/>
                </a:cubicBezTo>
                <a:cubicBezTo>
                  <a:pt x="2266074" y="682751"/>
                  <a:pt x="2265437" y="698768"/>
                  <a:pt x="2265451" y="709381"/>
                </a:cubicBezTo>
                <a:cubicBezTo>
                  <a:pt x="2265303" y="726745"/>
                  <a:pt x="2249578" y="742944"/>
                  <a:pt x="2249454" y="709631"/>
                </a:cubicBezTo>
                <a:cubicBezTo>
                  <a:pt x="2249324" y="702136"/>
                  <a:pt x="2248768" y="688519"/>
                  <a:pt x="2246118" y="657596"/>
                </a:cubicBezTo>
                <a:cubicBezTo>
                  <a:pt x="2244753" y="642145"/>
                  <a:pt x="2242754" y="622374"/>
                  <a:pt x="2239215" y="597020"/>
                </a:cubicBezTo>
                <a:cubicBezTo>
                  <a:pt x="2235570" y="571693"/>
                  <a:pt x="2230509" y="540726"/>
                  <a:pt x="2221446" y="503408"/>
                </a:cubicBezTo>
                <a:cubicBezTo>
                  <a:pt x="2212325" y="466162"/>
                  <a:pt x="2199432" y="422353"/>
                  <a:pt x="2177655" y="373192"/>
                </a:cubicBezTo>
                <a:cubicBezTo>
                  <a:pt x="2166712" y="348667"/>
                  <a:pt x="2153541" y="322820"/>
                  <a:pt x="2137045" y="296396"/>
                </a:cubicBezTo>
                <a:cubicBezTo>
                  <a:pt x="2120568" y="269982"/>
                  <a:pt x="2100845" y="242903"/>
                  <a:pt x="2076773" y="216479"/>
                </a:cubicBezTo>
                <a:cubicBezTo>
                  <a:pt x="2052712" y="190086"/>
                  <a:pt x="2024347" y="164276"/>
                  <a:pt x="1990956" y="140973"/>
                </a:cubicBezTo>
                <a:cubicBezTo>
                  <a:pt x="1957598" y="117666"/>
                  <a:pt x="1919248" y="96859"/>
                  <a:pt x="1876064" y="80461"/>
                </a:cubicBezTo>
                <a:cubicBezTo>
                  <a:pt x="1832906" y="64047"/>
                  <a:pt x="1784979" y="52018"/>
                  <a:pt x="1733163" y="45688"/>
                </a:cubicBezTo>
                <a:cubicBezTo>
                  <a:pt x="1681354" y="39334"/>
                  <a:pt x="1625709" y="38614"/>
                  <a:pt x="1567296" y="44107"/>
                </a:cubicBezTo>
                <a:cubicBezTo>
                  <a:pt x="1501181" y="50375"/>
                  <a:pt x="1442240" y="63004"/>
                  <a:pt x="1389725" y="77468"/>
                </a:cubicBezTo>
                <a:cubicBezTo>
                  <a:pt x="1337189" y="92027"/>
                  <a:pt x="1290983" y="108562"/>
                  <a:pt x="1249822" y="125107"/>
                </a:cubicBezTo>
                <a:cubicBezTo>
                  <a:pt x="1167543" y="158468"/>
                  <a:pt x="1105183" y="191266"/>
                  <a:pt x="1053556" y="220344"/>
                </a:cubicBezTo>
                <a:cubicBezTo>
                  <a:pt x="1001977" y="249617"/>
                  <a:pt x="961210" y="275695"/>
                  <a:pt x="924012" y="301100"/>
                </a:cubicBezTo>
                <a:cubicBezTo>
                  <a:pt x="886876" y="326619"/>
                  <a:pt x="853347" y="351606"/>
                  <a:pt x="817627" y="380969"/>
                </a:cubicBezTo>
                <a:cubicBezTo>
                  <a:pt x="787754" y="405513"/>
                  <a:pt x="751773" y="436673"/>
                  <a:pt x="712683" y="473408"/>
                </a:cubicBezTo>
                <a:cubicBezTo>
                  <a:pt x="673599" y="510142"/>
                  <a:pt x="631426" y="552466"/>
                  <a:pt x="588851" y="598823"/>
                </a:cubicBezTo>
                <a:cubicBezTo>
                  <a:pt x="546249" y="645159"/>
                  <a:pt x="503249" y="695514"/>
                  <a:pt x="461916" y="747707"/>
                </a:cubicBezTo>
                <a:cubicBezTo>
                  <a:pt x="420552" y="799879"/>
                  <a:pt x="380868" y="853876"/>
                  <a:pt x="344298" y="907070"/>
                </a:cubicBezTo>
                <a:cubicBezTo>
                  <a:pt x="271017" y="1013396"/>
                  <a:pt x="210547" y="1116541"/>
                  <a:pt x="168864" y="1193011"/>
                </a:cubicBezTo>
                <a:cubicBezTo>
                  <a:pt x="155785" y="1216986"/>
                  <a:pt x="144483" y="1238311"/>
                  <a:pt x="135115" y="1256286"/>
                </a:cubicBezTo>
                <a:cubicBezTo>
                  <a:pt x="189736" y="1222586"/>
                  <a:pt x="253560" y="1183361"/>
                  <a:pt x="283927" y="1164248"/>
                </a:cubicBezTo>
                <a:cubicBezTo>
                  <a:pt x="296553" y="1156303"/>
                  <a:pt x="353478" y="1192582"/>
                  <a:pt x="331090" y="1206672"/>
                </a:cubicBezTo>
                <a:cubicBezTo>
                  <a:pt x="296806" y="1228251"/>
                  <a:pt x="120463" y="1325943"/>
                  <a:pt x="67753" y="1354462"/>
                </a:cubicBezTo>
                <a:cubicBezTo>
                  <a:pt x="47854" y="1368164"/>
                  <a:pt x="20073" y="1379778"/>
                  <a:pt x="19109" y="1362822"/>
                </a:cubicBezTo>
                <a:cubicBezTo>
                  <a:pt x="16259" y="1312525"/>
                  <a:pt x="-762" y="1107543"/>
                  <a:pt x="27" y="1089911"/>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lbert Sans Light"/>
              <a:ea typeface="Albert Sans Light"/>
              <a:cs typeface="Albert Sans Light"/>
              <a:sym typeface="Albert Sans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37"/>
          <p:cNvSpPr txBox="1"/>
          <p:nvPr/>
        </p:nvSpPr>
        <p:spPr>
          <a:xfrm>
            <a:off x="6118153" y="2916025"/>
            <a:ext cx="1176900" cy="484800"/>
          </a:xfrm>
          <a:prstGeom prst="rect">
            <a:avLst/>
          </a:prstGeom>
          <a:noFill/>
          <a:ln>
            <a:noFill/>
          </a:ln>
        </p:spPr>
        <p:txBody>
          <a:bodyPr anchorCtr="0" anchor="t" bIns="34275" lIns="68575" spcFirstLastPara="1" rIns="68575" wrap="square" tIns="34275">
            <a:spAutoFit/>
          </a:bodyPr>
          <a:lstStyle/>
          <a:p>
            <a:pPr indent="0" lvl="0" marL="0" marR="0" rtl="0" algn="l">
              <a:lnSpc>
                <a:spcPct val="130000"/>
              </a:lnSpc>
              <a:spcBef>
                <a:spcPts val="0"/>
              </a:spcBef>
              <a:spcAft>
                <a:spcPts val="0"/>
              </a:spcAft>
              <a:buNone/>
            </a:pPr>
            <a:r>
              <a:rPr lang="id" sz="2700">
                <a:solidFill>
                  <a:srgbClr val="F1F1F1"/>
                </a:solidFill>
                <a:latin typeface="Boldonse"/>
                <a:ea typeface="Boldonse"/>
                <a:cs typeface="Boldonse"/>
                <a:sym typeface="Boldonse"/>
              </a:rPr>
              <a:t>02</a:t>
            </a:r>
            <a:endParaRPr sz="2700">
              <a:solidFill>
                <a:srgbClr val="F1F1F1"/>
              </a:solidFill>
              <a:latin typeface="Boldonse"/>
              <a:ea typeface="Boldonse"/>
              <a:cs typeface="Boldonse"/>
              <a:sym typeface="Boldonse"/>
            </a:endParaRPr>
          </a:p>
        </p:txBody>
      </p:sp>
      <p:sp>
        <p:nvSpPr>
          <p:cNvPr id="124" name="Google Shape;124;p37"/>
          <p:cNvSpPr txBox="1"/>
          <p:nvPr/>
        </p:nvSpPr>
        <p:spPr>
          <a:xfrm>
            <a:off x="3815973" y="2916025"/>
            <a:ext cx="1176900" cy="484800"/>
          </a:xfrm>
          <a:prstGeom prst="rect">
            <a:avLst/>
          </a:prstGeom>
          <a:noFill/>
          <a:ln>
            <a:noFill/>
          </a:ln>
        </p:spPr>
        <p:txBody>
          <a:bodyPr anchorCtr="0" anchor="t" bIns="34275" lIns="68575" spcFirstLastPara="1" rIns="68575" wrap="square" tIns="34275">
            <a:spAutoFit/>
          </a:bodyPr>
          <a:lstStyle/>
          <a:p>
            <a:pPr indent="0" lvl="0" marL="0" marR="0" rtl="0" algn="l">
              <a:lnSpc>
                <a:spcPct val="130000"/>
              </a:lnSpc>
              <a:spcBef>
                <a:spcPts val="0"/>
              </a:spcBef>
              <a:spcAft>
                <a:spcPts val="0"/>
              </a:spcAft>
              <a:buNone/>
            </a:pPr>
            <a:r>
              <a:rPr lang="id" sz="2700">
                <a:solidFill>
                  <a:srgbClr val="F1F1F1"/>
                </a:solidFill>
                <a:latin typeface="Boldonse"/>
                <a:ea typeface="Boldonse"/>
                <a:cs typeface="Boldonse"/>
                <a:sym typeface="Boldonse"/>
              </a:rPr>
              <a:t>01</a:t>
            </a:r>
            <a:endParaRPr sz="2700">
              <a:solidFill>
                <a:srgbClr val="F1F1F1"/>
              </a:solidFill>
              <a:latin typeface="Boldonse"/>
              <a:ea typeface="Boldonse"/>
              <a:cs typeface="Boldonse"/>
              <a:sym typeface="Boldonse"/>
            </a:endParaRPr>
          </a:p>
        </p:txBody>
      </p:sp>
      <p:sp>
        <p:nvSpPr>
          <p:cNvPr id="125" name="Google Shape;125;p37"/>
          <p:cNvSpPr txBox="1"/>
          <p:nvPr/>
        </p:nvSpPr>
        <p:spPr>
          <a:xfrm>
            <a:off x="800100" y="632123"/>
            <a:ext cx="7543800" cy="1101071"/>
          </a:xfrm>
          <a:prstGeom prst="rect">
            <a:avLst/>
          </a:prstGeom>
          <a:noFill/>
          <a:ln>
            <a:noFill/>
          </a:ln>
        </p:spPr>
        <p:txBody>
          <a:bodyPr anchorCtr="0" anchor="t" bIns="34275" lIns="68575" spcFirstLastPara="1" rIns="68575" wrap="square" tIns="34275">
            <a:spAutoFit/>
          </a:bodyPr>
          <a:lstStyle/>
          <a:p>
            <a:pPr indent="0" lvl="0" marL="0" marR="0" rtl="0" algn="l">
              <a:lnSpc>
                <a:spcPct val="130000"/>
              </a:lnSpc>
              <a:spcBef>
                <a:spcPts val="0"/>
              </a:spcBef>
              <a:spcAft>
                <a:spcPts val="0"/>
              </a:spcAft>
              <a:buNone/>
            </a:pPr>
            <a:r>
              <a:rPr lang="id" sz="2700">
                <a:solidFill>
                  <a:srgbClr val="0C0C0C"/>
                </a:solidFill>
                <a:latin typeface="Boldonse"/>
                <a:ea typeface="Boldonse"/>
                <a:cs typeface="Boldonse"/>
                <a:sym typeface="Boldonse"/>
              </a:rPr>
              <a:t>From the food we eat to the tech we use —is at the </a:t>
            </a:r>
            <a:r>
              <a:rPr lang="id" sz="2700">
                <a:solidFill>
                  <a:schemeClr val="accent1"/>
                </a:solidFill>
                <a:latin typeface="Boldonse"/>
                <a:ea typeface="Boldonse"/>
                <a:cs typeface="Boldonse"/>
                <a:sym typeface="Boldonse"/>
              </a:rPr>
              <a:t>core of modern</a:t>
            </a:r>
            <a:endParaRPr sz="1100"/>
          </a:p>
        </p:txBody>
      </p:sp>
      <p:cxnSp>
        <p:nvCxnSpPr>
          <p:cNvPr id="126" name="Google Shape;126;p37"/>
          <p:cNvCxnSpPr/>
          <p:nvPr/>
        </p:nvCxnSpPr>
        <p:spPr>
          <a:xfrm>
            <a:off x="802420" y="2149327"/>
            <a:ext cx="7539161" cy="0"/>
          </a:xfrm>
          <a:prstGeom prst="straightConnector1">
            <a:avLst/>
          </a:prstGeom>
          <a:noFill/>
          <a:ln cap="flat" cmpd="sng" w="9525">
            <a:solidFill>
              <a:srgbClr val="D8D8D8"/>
            </a:solidFill>
            <a:prstDash val="solid"/>
            <a:miter lim="800000"/>
            <a:headEnd len="sm" w="sm" type="none"/>
            <a:tailEnd len="sm" w="sm" type="none"/>
          </a:ln>
        </p:spPr>
      </p:cxnSp>
      <p:grpSp>
        <p:nvGrpSpPr>
          <p:cNvPr id="127" name="Google Shape;127;p37"/>
          <p:cNvGrpSpPr/>
          <p:nvPr/>
        </p:nvGrpSpPr>
        <p:grpSpPr>
          <a:xfrm>
            <a:off x="4104826" y="3021835"/>
            <a:ext cx="1929055" cy="1036640"/>
            <a:chOff x="5939467" y="4085288"/>
            <a:chExt cx="2572073" cy="1382186"/>
          </a:xfrm>
        </p:grpSpPr>
        <p:sp>
          <p:nvSpPr>
            <p:cNvPr id="128" name="Google Shape;128;p37"/>
            <p:cNvSpPr txBox="1"/>
            <p:nvPr/>
          </p:nvSpPr>
          <p:spPr>
            <a:xfrm>
              <a:off x="5939467" y="4574922"/>
              <a:ext cx="2572073" cy="892552"/>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id" sz="900">
                  <a:solidFill>
                    <a:srgbClr val="595959"/>
                  </a:solidFill>
                  <a:latin typeface="Albert Sans Light"/>
                  <a:ea typeface="Albert Sans Light"/>
                  <a:cs typeface="Albert Sans Light"/>
                  <a:sym typeface="Albert Sans Light"/>
                </a:rPr>
                <a:t>Lorem ipsum dolor sit, adipiscing elit. Aenean commodo ligula eget dolor. Aenean massa. Cum sociis</a:t>
              </a:r>
              <a:endParaRPr sz="900">
                <a:solidFill>
                  <a:srgbClr val="595959"/>
                </a:solidFill>
                <a:latin typeface="Albert Sans Light"/>
                <a:ea typeface="Albert Sans Light"/>
                <a:cs typeface="Albert Sans Light"/>
                <a:sym typeface="Albert Sans Light"/>
              </a:endParaRPr>
            </a:p>
          </p:txBody>
        </p:sp>
        <p:sp>
          <p:nvSpPr>
            <p:cNvPr id="129" name="Google Shape;129;p37"/>
            <p:cNvSpPr txBox="1"/>
            <p:nvPr/>
          </p:nvSpPr>
          <p:spPr>
            <a:xfrm>
              <a:off x="5939467" y="4085288"/>
              <a:ext cx="2367879" cy="338554"/>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id" sz="900">
                  <a:solidFill>
                    <a:schemeClr val="accent2"/>
                  </a:solidFill>
                  <a:latin typeface="Boldonse"/>
                  <a:ea typeface="Boldonse"/>
                  <a:cs typeface="Boldonse"/>
                  <a:sym typeface="Boldonse"/>
                </a:rPr>
                <a:t>Pharmaceuticals</a:t>
              </a:r>
              <a:endParaRPr sz="900">
                <a:solidFill>
                  <a:schemeClr val="accent2"/>
                </a:solidFill>
                <a:latin typeface="Boldonse"/>
                <a:ea typeface="Boldonse"/>
                <a:cs typeface="Boldonse"/>
                <a:sym typeface="Boldonse"/>
              </a:endParaRPr>
            </a:p>
          </p:txBody>
        </p:sp>
      </p:grpSp>
      <p:grpSp>
        <p:nvGrpSpPr>
          <p:cNvPr id="130" name="Google Shape;130;p37"/>
          <p:cNvGrpSpPr/>
          <p:nvPr/>
        </p:nvGrpSpPr>
        <p:grpSpPr>
          <a:xfrm>
            <a:off x="6412526" y="3021835"/>
            <a:ext cx="1929055" cy="1036640"/>
            <a:chOff x="5939467" y="4085288"/>
            <a:chExt cx="2572073" cy="1382186"/>
          </a:xfrm>
        </p:grpSpPr>
        <p:sp>
          <p:nvSpPr>
            <p:cNvPr id="131" name="Google Shape;131;p37"/>
            <p:cNvSpPr txBox="1"/>
            <p:nvPr/>
          </p:nvSpPr>
          <p:spPr>
            <a:xfrm>
              <a:off x="5939467" y="4574922"/>
              <a:ext cx="2572073" cy="892552"/>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id" sz="900">
                  <a:solidFill>
                    <a:srgbClr val="595959"/>
                  </a:solidFill>
                  <a:latin typeface="Albert Sans Light"/>
                  <a:ea typeface="Albert Sans Light"/>
                  <a:cs typeface="Albert Sans Light"/>
                  <a:sym typeface="Albert Sans Light"/>
                </a:rPr>
                <a:t>Lorem ipsum dolor sit, adipiscing elit. Aenean commodo ligula eget dolor. Aenean massa. Cum sociis</a:t>
              </a:r>
              <a:endParaRPr sz="900">
                <a:solidFill>
                  <a:srgbClr val="595959"/>
                </a:solidFill>
                <a:latin typeface="Albert Sans Light"/>
                <a:ea typeface="Albert Sans Light"/>
                <a:cs typeface="Albert Sans Light"/>
                <a:sym typeface="Albert Sans Light"/>
              </a:endParaRPr>
            </a:p>
          </p:txBody>
        </p:sp>
        <p:sp>
          <p:nvSpPr>
            <p:cNvPr id="132" name="Google Shape;132;p37"/>
            <p:cNvSpPr txBox="1"/>
            <p:nvPr/>
          </p:nvSpPr>
          <p:spPr>
            <a:xfrm>
              <a:off x="5939467" y="4085288"/>
              <a:ext cx="2572073" cy="338554"/>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id" sz="900">
                  <a:solidFill>
                    <a:schemeClr val="accent3"/>
                  </a:solidFill>
                  <a:latin typeface="Boldonse"/>
                  <a:ea typeface="Boldonse"/>
                  <a:cs typeface="Boldonse"/>
                  <a:sym typeface="Boldonse"/>
                </a:rPr>
                <a:t>Materials &amp; Innovation</a:t>
              </a:r>
              <a:endParaRPr sz="900">
                <a:solidFill>
                  <a:schemeClr val="accent3"/>
                </a:solidFill>
                <a:latin typeface="Boldonse"/>
                <a:ea typeface="Boldonse"/>
                <a:cs typeface="Boldonse"/>
                <a:sym typeface="Boldonse"/>
              </a:endParaRPr>
            </a:p>
          </p:txBody>
        </p:sp>
      </p:grpSp>
      <p:pic>
        <p:nvPicPr>
          <p:cNvPr id="133" name="Google Shape;133;p37"/>
          <p:cNvPicPr preferRelativeResize="0"/>
          <p:nvPr/>
        </p:nvPicPr>
        <p:blipFill rotWithShape="1">
          <a:blip r:embed="rId3">
            <a:alphaModFix/>
          </a:blip>
          <a:srcRect b="0" l="7769" r="7770" t="0"/>
          <a:stretch/>
        </p:blipFill>
        <p:spPr>
          <a:xfrm>
            <a:off x="800100" y="2565797"/>
            <a:ext cx="2926556" cy="1949053"/>
          </a:xfrm>
          <a:custGeom>
            <a:rect b="b" l="l" r="r" t="t"/>
            <a:pathLst>
              <a:path extrusionOk="0" h="2599186" w="3901440">
                <a:moveTo>
                  <a:pt x="288406" y="0"/>
                </a:moveTo>
                <a:lnTo>
                  <a:pt x="3613034" y="0"/>
                </a:lnTo>
                <a:cubicBezTo>
                  <a:pt x="3772316" y="0"/>
                  <a:pt x="3901440" y="129124"/>
                  <a:pt x="3901440" y="288406"/>
                </a:cubicBezTo>
                <a:lnTo>
                  <a:pt x="3901440" y="2310780"/>
                </a:lnTo>
                <a:cubicBezTo>
                  <a:pt x="3901440" y="2470062"/>
                  <a:pt x="3772316" y="2599186"/>
                  <a:pt x="3613034" y="2599186"/>
                </a:cubicBezTo>
                <a:lnTo>
                  <a:pt x="288406" y="2599186"/>
                </a:lnTo>
                <a:cubicBezTo>
                  <a:pt x="129124" y="2599186"/>
                  <a:pt x="0" y="2470062"/>
                  <a:pt x="0" y="2310780"/>
                </a:cubicBezTo>
                <a:lnTo>
                  <a:pt x="0" y="288406"/>
                </a:lnTo>
                <a:cubicBezTo>
                  <a:pt x="0" y="129124"/>
                  <a:pt x="129124" y="0"/>
                  <a:pt x="288406" y="0"/>
                </a:cubicBezTo>
                <a:close/>
              </a:path>
            </a:pathLst>
          </a:cu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38"/>
          <p:cNvSpPr txBox="1"/>
          <p:nvPr/>
        </p:nvSpPr>
        <p:spPr>
          <a:xfrm>
            <a:off x="800100" y="717848"/>
            <a:ext cx="7543800" cy="692498"/>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id" sz="4100">
                <a:solidFill>
                  <a:srgbClr val="0C0C0C"/>
                </a:solidFill>
                <a:latin typeface="Boldonse"/>
                <a:ea typeface="Boldonse"/>
                <a:cs typeface="Boldonse"/>
                <a:sym typeface="Boldonse"/>
              </a:rPr>
              <a:t>How chemistry</a:t>
            </a:r>
            <a:endParaRPr sz="1100"/>
          </a:p>
        </p:txBody>
      </p:sp>
      <p:sp>
        <p:nvSpPr>
          <p:cNvPr id="139" name="Google Shape;139;p38"/>
          <p:cNvSpPr txBox="1"/>
          <p:nvPr/>
        </p:nvSpPr>
        <p:spPr>
          <a:xfrm>
            <a:off x="4943475" y="1404631"/>
            <a:ext cx="3400425" cy="692497"/>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lang="id" sz="4100">
                <a:solidFill>
                  <a:srgbClr val="0C0C0C"/>
                </a:solidFill>
                <a:latin typeface="Boldonse"/>
                <a:ea typeface="Boldonse"/>
                <a:cs typeface="Boldonse"/>
                <a:sym typeface="Boldonse"/>
              </a:rPr>
              <a:t>our lives?</a:t>
            </a:r>
            <a:endParaRPr sz="1100"/>
          </a:p>
        </p:txBody>
      </p:sp>
      <p:grpSp>
        <p:nvGrpSpPr>
          <p:cNvPr id="140" name="Google Shape;140;p38"/>
          <p:cNvGrpSpPr/>
          <p:nvPr/>
        </p:nvGrpSpPr>
        <p:grpSpPr>
          <a:xfrm rot="-317147">
            <a:off x="3878864" y="1481438"/>
            <a:ext cx="1188497" cy="556319"/>
            <a:chOff x="7658478" y="973140"/>
            <a:chExt cx="1584662" cy="741758"/>
          </a:xfrm>
        </p:grpSpPr>
        <p:sp>
          <p:nvSpPr>
            <p:cNvPr id="141" name="Google Shape;141;p38"/>
            <p:cNvSpPr/>
            <p:nvPr/>
          </p:nvSpPr>
          <p:spPr>
            <a:xfrm>
              <a:off x="7658478" y="973140"/>
              <a:ext cx="1584662" cy="741758"/>
            </a:xfrm>
            <a:custGeom>
              <a:rect b="b" l="l" r="r" t="t"/>
              <a:pathLst>
                <a:path extrusionOk="0" h="617424" w="1319039">
                  <a:moveTo>
                    <a:pt x="1319039" y="308582"/>
                  </a:moveTo>
                  <a:cubicBezTo>
                    <a:pt x="1319039" y="280508"/>
                    <a:pt x="1287034" y="254187"/>
                    <a:pt x="1231113" y="231502"/>
                  </a:cubicBezTo>
                  <a:cubicBezTo>
                    <a:pt x="1287031" y="208816"/>
                    <a:pt x="1319039" y="182495"/>
                    <a:pt x="1319039" y="154421"/>
                  </a:cubicBezTo>
                  <a:cubicBezTo>
                    <a:pt x="1319039" y="69137"/>
                    <a:pt x="1023763" y="0"/>
                    <a:pt x="659520" y="0"/>
                  </a:cubicBezTo>
                  <a:cubicBezTo>
                    <a:pt x="295277" y="0"/>
                    <a:pt x="0" y="69137"/>
                    <a:pt x="0" y="154421"/>
                  </a:cubicBezTo>
                  <a:cubicBezTo>
                    <a:pt x="0" y="182495"/>
                    <a:pt x="32006" y="208816"/>
                    <a:pt x="87926" y="231502"/>
                  </a:cubicBezTo>
                  <a:cubicBezTo>
                    <a:pt x="32006" y="254187"/>
                    <a:pt x="0" y="280508"/>
                    <a:pt x="0" y="308582"/>
                  </a:cubicBezTo>
                  <a:cubicBezTo>
                    <a:pt x="0" y="336710"/>
                    <a:pt x="32136" y="363078"/>
                    <a:pt x="88254" y="385793"/>
                  </a:cubicBezTo>
                  <a:cubicBezTo>
                    <a:pt x="32136" y="408508"/>
                    <a:pt x="0" y="434875"/>
                    <a:pt x="0" y="463003"/>
                  </a:cubicBezTo>
                  <a:cubicBezTo>
                    <a:pt x="0" y="548288"/>
                    <a:pt x="295277" y="617424"/>
                    <a:pt x="659520" y="617424"/>
                  </a:cubicBezTo>
                  <a:cubicBezTo>
                    <a:pt x="1023763" y="617424"/>
                    <a:pt x="1319039" y="548288"/>
                    <a:pt x="1319039" y="463003"/>
                  </a:cubicBezTo>
                  <a:cubicBezTo>
                    <a:pt x="1319039" y="434875"/>
                    <a:pt x="1286904" y="408508"/>
                    <a:pt x="1230785" y="385793"/>
                  </a:cubicBezTo>
                  <a:cubicBezTo>
                    <a:pt x="1286904" y="363080"/>
                    <a:pt x="1319039" y="336710"/>
                    <a:pt x="1319039" y="308582"/>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lbert Sans Light"/>
                <a:ea typeface="Albert Sans Light"/>
                <a:cs typeface="Albert Sans Light"/>
                <a:sym typeface="Albert Sans Light"/>
              </a:endParaRPr>
            </a:p>
          </p:txBody>
        </p:sp>
        <p:sp>
          <p:nvSpPr>
            <p:cNvPr id="142" name="Google Shape;142;p38"/>
            <p:cNvSpPr txBox="1"/>
            <p:nvPr/>
          </p:nvSpPr>
          <p:spPr>
            <a:xfrm>
              <a:off x="7820451" y="1156499"/>
              <a:ext cx="1252800" cy="379500"/>
            </a:xfrm>
            <a:prstGeom prst="rect">
              <a:avLst/>
            </a:prstGeom>
            <a:noFill/>
            <a:ln>
              <a:noFill/>
            </a:ln>
          </p:spPr>
          <p:txBody>
            <a:bodyPr anchorCtr="0" anchor="t" bIns="34275" lIns="68575" spcFirstLastPara="1" rIns="68575" wrap="square" tIns="34275">
              <a:spAutoFit/>
            </a:bodyPr>
            <a:lstStyle/>
            <a:p>
              <a:pPr indent="0" lvl="0" marL="0" marR="0" rtl="0" algn="ctr">
                <a:lnSpc>
                  <a:spcPct val="150000"/>
                </a:lnSpc>
                <a:spcBef>
                  <a:spcPts val="0"/>
                </a:spcBef>
                <a:spcAft>
                  <a:spcPts val="0"/>
                </a:spcAft>
                <a:buNone/>
              </a:pPr>
              <a:r>
                <a:rPr lang="id" sz="1400">
                  <a:solidFill>
                    <a:schemeClr val="accent6"/>
                  </a:solidFill>
                  <a:latin typeface="Boldonse"/>
                  <a:ea typeface="Boldonse"/>
                  <a:cs typeface="Boldonse"/>
                  <a:sym typeface="Boldonse"/>
                </a:rPr>
                <a:t>affect </a:t>
              </a:r>
              <a:endParaRPr sz="1400">
                <a:solidFill>
                  <a:schemeClr val="accent6"/>
                </a:solidFill>
                <a:latin typeface="Boldonse"/>
                <a:ea typeface="Boldonse"/>
                <a:cs typeface="Boldonse"/>
                <a:sym typeface="Boldonse"/>
              </a:endParaRPr>
            </a:p>
          </p:txBody>
        </p:sp>
      </p:grpSp>
      <p:sp>
        <p:nvSpPr>
          <p:cNvPr id="143" name="Google Shape;143;p38"/>
          <p:cNvSpPr txBox="1"/>
          <p:nvPr/>
        </p:nvSpPr>
        <p:spPr>
          <a:xfrm>
            <a:off x="986443" y="2402681"/>
            <a:ext cx="1420396" cy="724814"/>
          </a:xfrm>
          <a:prstGeom prst="rect">
            <a:avLst/>
          </a:prstGeom>
          <a:noFill/>
          <a:ln>
            <a:noFill/>
          </a:ln>
        </p:spPr>
        <p:txBody>
          <a:bodyPr anchorCtr="0" anchor="t" bIns="34275" lIns="68575" spcFirstLastPara="1" rIns="68575" wrap="square" tIns="34275">
            <a:spAutoFit/>
          </a:bodyPr>
          <a:lstStyle/>
          <a:p>
            <a:pPr indent="0" lvl="0" marL="0" marR="0" rtl="0" algn="l">
              <a:lnSpc>
                <a:spcPct val="130000"/>
              </a:lnSpc>
              <a:spcBef>
                <a:spcPts val="0"/>
              </a:spcBef>
              <a:spcAft>
                <a:spcPts val="0"/>
              </a:spcAft>
              <a:buNone/>
            </a:pPr>
            <a:r>
              <a:rPr lang="id" sz="3600">
                <a:solidFill>
                  <a:srgbClr val="F2F2F2"/>
                </a:solidFill>
                <a:latin typeface="Boldonse"/>
                <a:ea typeface="Boldonse"/>
                <a:cs typeface="Boldonse"/>
                <a:sym typeface="Boldonse"/>
              </a:rPr>
              <a:t>01</a:t>
            </a:r>
            <a:endParaRPr sz="3600">
              <a:solidFill>
                <a:srgbClr val="F2F2F2"/>
              </a:solidFill>
              <a:latin typeface="Boldonse"/>
              <a:ea typeface="Boldonse"/>
              <a:cs typeface="Boldonse"/>
              <a:sym typeface="Boldonse"/>
            </a:endParaRPr>
          </a:p>
        </p:txBody>
      </p:sp>
      <p:sp>
        <p:nvSpPr>
          <p:cNvPr id="144" name="Google Shape;144;p38"/>
          <p:cNvSpPr/>
          <p:nvPr/>
        </p:nvSpPr>
        <p:spPr>
          <a:xfrm>
            <a:off x="800101" y="2836068"/>
            <a:ext cx="1793081" cy="1678781"/>
          </a:xfrm>
          <a:prstGeom prst="roundRect">
            <a:avLst>
              <a:gd fmla="val 11875" name="adj"/>
            </a:avLst>
          </a:prstGeom>
          <a:solidFill>
            <a:srgbClr val="F8F8F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sp>
        <p:nvSpPr>
          <p:cNvPr id="145" name="Google Shape;145;p38"/>
          <p:cNvSpPr/>
          <p:nvPr/>
        </p:nvSpPr>
        <p:spPr>
          <a:xfrm>
            <a:off x="925625" y="2971241"/>
            <a:ext cx="1481214" cy="364330"/>
          </a:xfrm>
          <a:prstGeom prst="roundRect">
            <a:avLst>
              <a:gd fmla="val 50000" name="adj"/>
            </a:avLst>
          </a:pr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700">
              <a:solidFill>
                <a:schemeClr val="lt1"/>
              </a:solidFill>
              <a:latin typeface="Boldonse"/>
              <a:ea typeface="Boldonse"/>
              <a:cs typeface="Boldonse"/>
              <a:sym typeface="Boldonse"/>
            </a:endParaRPr>
          </a:p>
        </p:txBody>
      </p:sp>
      <p:sp>
        <p:nvSpPr>
          <p:cNvPr id="146" name="Google Shape;146;p38"/>
          <p:cNvSpPr txBox="1"/>
          <p:nvPr/>
        </p:nvSpPr>
        <p:spPr>
          <a:xfrm>
            <a:off x="1004250" y="3081025"/>
            <a:ext cx="14025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id" sz="800">
                <a:solidFill>
                  <a:schemeClr val="lt1"/>
                </a:solidFill>
                <a:latin typeface="Boldonse"/>
                <a:ea typeface="Boldonse"/>
                <a:cs typeface="Boldonse"/>
                <a:sym typeface="Boldonse"/>
              </a:rPr>
              <a:t> Health &amp; Medicingye</a:t>
            </a:r>
            <a:endParaRPr sz="800">
              <a:solidFill>
                <a:schemeClr val="lt1"/>
              </a:solidFill>
              <a:latin typeface="Boldonse"/>
              <a:ea typeface="Boldonse"/>
              <a:cs typeface="Boldonse"/>
              <a:sym typeface="Boldonse"/>
            </a:endParaRPr>
          </a:p>
        </p:txBody>
      </p:sp>
      <p:sp>
        <p:nvSpPr>
          <p:cNvPr id="147" name="Google Shape;147;p38"/>
          <p:cNvSpPr txBox="1"/>
          <p:nvPr/>
        </p:nvSpPr>
        <p:spPr>
          <a:xfrm>
            <a:off x="925625" y="3710261"/>
            <a:ext cx="1542033" cy="669414"/>
          </a:xfrm>
          <a:prstGeom prst="rect">
            <a:avLst/>
          </a:prstGeom>
          <a:noFill/>
          <a:ln>
            <a:noFill/>
          </a:ln>
        </p:spPr>
        <p:txBody>
          <a:bodyPr anchorCtr="0" anchor="t" bIns="34275" lIns="68575" spcFirstLastPara="1" rIns="68575" wrap="square" tIns="34275">
            <a:spAutoFit/>
          </a:bodyPr>
          <a:lstStyle/>
          <a:p>
            <a:pPr indent="-120650" lvl="0" marL="127000" marR="0" rtl="0" algn="l">
              <a:lnSpc>
                <a:spcPct val="150000"/>
              </a:lnSpc>
              <a:spcBef>
                <a:spcPts val="0"/>
              </a:spcBef>
              <a:spcAft>
                <a:spcPts val="0"/>
              </a:spcAft>
              <a:buClr>
                <a:srgbClr val="595959"/>
              </a:buClr>
              <a:buSzPts val="900"/>
              <a:buFont typeface="Arial"/>
              <a:buChar char="•"/>
            </a:pPr>
            <a:r>
              <a:rPr lang="id" sz="900">
                <a:solidFill>
                  <a:srgbClr val="595959"/>
                </a:solidFill>
                <a:latin typeface="Albert Sans Light"/>
                <a:ea typeface="Albert Sans Light"/>
                <a:cs typeface="Albert Sans Light"/>
                <a:sym typeface="Albert Sans Light"/>
              </a:rPr>
              <a:t>Lorem ipsum sit amet, </a:t>
            </a:r>
            <a:endParaRPr sz="900">
              <a:solidFill>
                <a:srgbClr val="595959"/>
              </a:solidFill>
              <a:latin typeface="Albert Sans Light"/>
              <a:ea typeface="Albert Sans Light"/>
              <a:cs typeface="Albert Sans Light"/>
              <a:sym typeface="Albert Sans Light"/>
            </a:endParaRPr>
          </a:p>
          <a:p>
            <a:pPr indent="-120650" lvl="0" marL="127000" marR="0" rtl="0" algn="l">
              <a:lnSpc>
                <a:spcPct val="150000"/>
              </a:lnSpc>
              <a:spcBef>
                <a:spcPts val="0"/>
              </a:spcBef>
              <a:spcAft>
                <a:spcPts val="0"/>
              </a:spcAft>
              <a:buClr>
                <a:srgbClr val="595959"/>
              </a:buClr>
              <a:buSzPts val="900"/>
              <a:buFont typeface="Arial"/>
              <a:buChar char="•"/>
            </a:pPr>
            <a:r>
              <a:rPr lang="id" sz="900">
                <a:solidFill>
                  <a:srgbClr val="595959"/>
                </a:solidFill>
                <a:latin typeface="Albert Sans Light"/>
                <a:ea typeface="Albert Sans Light"/>
                <a:cs typeface="Albert Sans Light"/>
                <a:sym typeface="Albert Sans Light"/>
              </a:rPr>
              <a:t>consectetuer adipiscing </a:t>
            </a:r>
            <a:endParaRPr sz="900">
              <a:solidFill>
                <a:srgbClr val="595959"/>
              </a:solidFill>
              <a:latin typeface="Albert Sans Light"/>
              <a:ea typeface="Albert Sans Light"/>
              <a:cs typeface="Albert Sans Light"/>
              <a:sym typeface="Albert Sans Light"/>
            </a:endParaRPr>
          </a:p>
          <a:p>
            <a:pPr indent="-120650" lvl="0" marL="127000" marR="0" rtl="0" algn="l">
              <a:lnSpc>
                <a:spcPct val="150000"/>
              </a:lnSpc>
              <a:spcBef>
                <a:spcPts val="0"/>
              </a:spcBef>
              <a:spcAft>
                <a:spcPts val="0"/>
              </a:spcAft>
              <a:buClr>
                <a:srgbClr val="595959"/>
              </a:buClr>
              <a:buSzPts val="900"/>
              <a:buFont typeface="Arial"/>
              <a:buChar char="•"/>
            </a:pPr>
            <a:r>
              <a:rPr lang="id" sz="900">
                <a:solidFill>
                  <a:srgbClr val="595959"/>
                </a:solidFill>
                <a:latin typeface="Albert Sans Light"/>
                <a:ea typeface="Albert Sans Light"/>
                <a:cs typeface="Albert Sans Light"/>
                <a:sym typeface="Albert Sans Light"/>
              </a:rPr>
              <a:t>elit. Aenean commodo</a:t>
            </a:r>
            <a:endParaRPr sz="900">
              <a:solidFill>
                <a:srgbClr val="595959"/>
              </a:solidFill>
              <a:latin typeface="Albert Sans Light"/>
              <a:ea typeface="Albert Sans Light"/>
              <a:cs typeface="Albert Sans Light"/>
              <a:sym typeface="Albert Sans Light"/>
            </a:endParaRPr>
          </a:p>
        </p:txBody>
      </p:sp>
      <p:sp>
        <p:nvSpPr>
          <p:cNvPr id="148" name="Google Shape;148;p38"/>
          <p:cNvSpPr txBox="1"/>
          <p:nvPr/>
        </p:nvSpPr>
        <p:spPr>
          <a:xfrm>
            <a:off x="2903350" y="2402681"/>
            <a:ext cx="1420396" cy="724814"/>
          </a:xfrm>
          <a:prstGeom prst="rect">
            <a:avLst/>
          </a:prstGeom>
          <a:noFill/>
          <a:ln>
            <a:noFill/>
          </a:ln>
        </p:spPr>
        <p:txBody>
          <a:bodyPr anchorCtr="0" anchor="t" bIns="34275" lIns="68575" spcFirstLastPara="1" rIns="68575" wrap="square" tIns="34275">
            <a:spAutoFit/>
          </a:bodyPr>
          <a:lstStyle/>
          <a:p>
            <a:pPr indent="0" lvl="0" marL="0" marR="0" rtl="0" algn="l">
              <a:lnSpc>
                <a:spcPct val="130000"/>
              </a:lnSpc>
              <a:spcBef>
                <a:spcPts val="0"/>
              </a:spcBef>
              <a:spcAft>
                <a:spcPts val="0"/>
              </a:spcAft>
              <a:buNone/>
            </a:pPr>
            <a:r>
              <a:rPr lang="id" sz="3600">
                <a:solidFill>
                  <a:srgbClr val="F2F2F2"/>
                </a:solidFill>
                <a:latin typeface="Boldonse"/>
                <a:ea typeface="Boldonse"/>
                <a:cs typeface="Boldonse"/>
                <a:sym typeface="Boldonse"/>
              </a:rPr>
              <a:t>02</a:t>
            </a:r>
            <a:endParaRPr sz="3600">
              <a:solidFill>
                <a:srgbClr val="F2F2F2"/>
              </a:solidFill>
              <a:latin typeface="Boldonse"/>
              <a:ea typeface="Boldonse"/>
              <a:cs typeface="Boldonse"/>
              <a:sym typeface="Boldonse"/>
            </a:endParaRPr>
          </a:p>
        </p:txBody>
      </p:sp>
      <p:sp>
        <p:nvSpPr>
          <p:cNvPr id="149" name="Google Shape;149;p38"/>
          <p:cNvSpPr/>
          <p:nvPr/>
        </p:nvSpPr>
        <p:spPr>
          <a:xfrm>
            <a:off x="2717007" y="2836068"/>
            <a:ext cx="1793081" cy="1678781"/>
          </a:xfrm>
          <a:prstGeom prst="roundRect">
            <a:avLst>
              <a:gd fmla="val 11875" name="adj"/>
            </a:avLst>
          </a:prstGeom>
          <a:solidFill>
            <a:srgbClr val="F8F8F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sp>
        <p:nvSpPr>
          <p:cNvPr id="150" name="Google Shape;150;p38"/>
          <p:cNvSpPr/>
          <p:nvPr/>
        </p:nvSpPr>
        <p:spPr>
          <a:xfrm>
            <a:off x="2842532" y="2971241"/>
            <a:ext cx="1202617" cy="364330"/>
          </a:xfrm>
          <a:prstGeom prst="roundRect">
            <a:avLst>
              <a:gd fmla="val 50000" name="adj"/>
            </a:avLst>
          </a:prstGeom>
          <a:solidFill>
            <a:schemeClr val="accent3"/>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700">
              <a:solidFill>
                <a:schemeClr val="lt1"/>
              </a:solidFill>
              <a:latin typeface="Boldonse"/>
              <a:ea typeface="Boldonse"/>
              <a:cs typeface="Boldonse"/>
              <a:sym typeface="Boldonse"/>
            </a:endParaRPr>
          </a:p>
        </p:txBody>
      </p:sp>
      <p:sp>
        <p:nvSpPr>
          <p:cNvPr id="151" name="Google Shape;151;p38"/>
          <p:cNvSpPr txBox="1"/>
          <p:nvPr/>
        </p:nvSpPr>
        <p:spPr>
          <a:xfrm>
            <a:off x="2921150" y="3081025"/>
            <a:ext cx="12027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id" sz="800">
                <a:solidFill>
                  <a:schemeClr val="lt1"/>
                </a:solidFill>
                <a:latin typeface="Boldonse"/>
                <a:ea typeface="Boldonse"/>
                <a:cs typeface="Boldonse"/>
                <a:sym typeface="Boldonse"/>
              </a:rPr>
              <a:t>Food &amp; Nutrition</a:t>
            </a:r>
            <a:endParaRPr sz="800">
              <a:solidFill>
                <a:schemeClr val="lt1"/>
              </a:solidFill>
              <a:latin typeface="Boldonse"/>
              <a:ea typeface="Boldonse"/>
              <a:cs typeface="Boldonse"/>
              <a:sym typeface="Boldonse"/>
            </a:endParaRPr>
          </a:p>
        </p:txBody>
      </p:sp>
      <p:sp>
        <p:nvSpPr>
          <p:cNvPr id="152" name="Google Shape;152;p38"/>
          <p:cNvSpPr txBox="1"/>
          <p:nvPr/>
        </p:nvSpPr>
        <p:spPr>
          <a:xfrm>
            <a:off x="2842531" y="3710261"/>
            <a:ext cx="1542033" cy="669414"/>
          </a:xfrm>
          <a:prstGeom prst="rect">
            <a:avLst/>
          </a:prstGeom>
          <a:noFill/>
          <a:ln>
            <a:noFill/>
          </a:ln>
        </p:spPr>
        <p:txBody>
          <a:bodyPr anchorCtr="0" anchor="t" bIns="34275" lIns="68575" spcFirstLastPara="1" rIns="68575" wrap="square" tIns="34275">
            <a:spAutoFit/>
          </a:bodyPr>
          <a:lstStyle/>
          <a:p>
            <a:pPr indent="-120650" lvl="0" marL="127000" marR="0" rtl="0" algn="l">
              <a:lnSpc>
                <a:spcPct val="150000"/>
              </a:lnSpc>
              <a:spcBef>
                <a:spcPts val="0"/>
              </a:spcBef>
              <a:spcAft>
                <a:spcPts val="0"/>
              </a:spcAft>
              <a:buClr>
                <a:srgbClr val="595959"/>
              </a:buClr>
              <a:buSzPts val="900"/>
              <a:buFont typeface="Arial"/>
              <a:buChar char="•"/>
            </a:pPr>
            <a:r>
              <a:rPr lang="id" sz="900">
                <a:solidFill>
                  <a:srgbClr val="595959"/>
                </a:solidFill>
                <a:latin typeface="Albert Sans Light"/>
                <a:ea typeface="Albert Sans Light"/>
                <a:cs typeface="Albert Sans Light"/>
                <a:sym typeface="Albert Sans Light"/>
              </a:rPr>
              <a:t>Lorem ipsum sit amet, </a:t>
            </a:r>
            <a:endParaRPr sz="900">
              <a:solidFill>
                <a:srgbClr val="595959"/>
              </a:solidFill>
              <a:latin typeface="Albert Sans Light"/>
              <a:ea typeface="Albert Sans Light"/>
              <a:cs typeface="Albert Sans Light"/>
              <a:sym typeface="Albert Sans Light"/>
            </a:endParaRPr>
          </a:p>
          <a:p>
            <a:pPr indent="-120650" lvl="0" marL="127000" marR="0" rtl="0" algn="l">
              <a:lnSpc>
                <a:spcPct val="150000"/>
              </a:lnSpc>
              <a:spcBef>
                <a:spcPts val="0"/>
              </a:spcBef>
              <a:spcAft>
                <a:spcPts val="0"/>
              </a:spcAft>
              <a:buClr>
                <a:srgbClr val="595959"/>
              </a:buClr>
              <a:buSzPts val="900"/>
              <a:buFont typeface="Arial"/>
              <a:buChar char="•"/>
            </a:pPr>
            <a:r>
              <a:rPr lang="id" sz="900">
                <a:solidFill>
                  <a:srgbClr val="595959"/>
                </a:solidFill>
                <a:latin typeface="Albert Sans Light"/>
                <a:ea typeface="Albert Sans Light"/>
                <a:cs typeface="Albert Sans Light"/>
                <a:sym typeface="Albert Sans Light"/>
              </a:rPr>
              <a:t>consectetuer adipiscing </a:t>
            </a:r>
            <a:endParaRPr sz="900">
              <a:solidFill>
                <a:srgbClr val="595959"/>
              </a:solidFill>
              <a:latin typeface="Albert Sans Light"/>
              <a:ea typeface="Albert Sans Light"/>
              <a:cs typeface="Albert Sans Light"/>
              <a:sym typeface="Albert Sans Light"/>
            </a:endParaRPr>
          </a:p>
          <a:p>
            <a:pPr indent="-120650" lvl="0" marL="127000" marR="0" rtl="0" algn="l">
              <a:lnSpc>
                <a:spcPct val="150000"/>
              </a:lnSpc>
              <a:spcBef>
                <a:spcPts val="0"/>
              </a:spcBef>
              <a:spcAft>
                <a:spcPts val="0"/>
              </a:spcAft>
              <a:buClr>
                <a:srgbClr val="595959"/>
              </a:buClr>
              <a:buSzPts val="900"/>
              <a:buFont typeface="Arial"/>
              <a:buChar char="•"/>
            </a:pPr>
            <a:r>
              <a:rPr lang="id" sz="900">
                <a:solidFill>
                  <a:srgbClr val="595959"/>
                </a:solidFill>
                <a:latin typeface="Albert Sans Light"/>
                <a:ea typeface="Albert Sans Light"/>
                <a:cs typeface="Albert Sans Light"/>
                <a:sym typeface="Albert Sans Light"/>
              </a:rPr>
              <a:t>elit. Aenean commodo</a:t>
            </a:r>
            <a:endParaRPr sz="900">
              <a:solidFill>
                <a:srgbClr val="595959"/>
              </a:solidFill>
              <a:latin typeface="Albert Sans Light"/>
              <a:ea typeface="Albert Sans Light"/>
              <a:cs typeface="Albert Sans Light"/>
              <a:sym typeface="Albert Sans Light"/>
            </a:endParaRPr>
          </a:p>
        </p:txBody>
      </p:sp>
      <p:sp>
        <p:nvSpPr>
          <p:cNvPr id="153" name="Google Shape;153;p38"/>
          <p:cNvSpPr txBox="1"/>
          <p:nvPr/>
        </p:nvSpPr>
        <p:spPr>
          <a:xfrm>
            <a:off x="4820256" y="2402681"/>
            <a:ext cx="1420396" cy="724814"/>
          </a:xfrm>
          <a:prstGeom prst="rect">
            <a:avLst/>
          </a:prstGeom>
          <a:noFill/>
          <a:ln>
            <a:noFill/>
          </a:ln>
        </p:spPr>
        <p:txBody>
          <a:bodyPr anchorCtr="0" anchor="t" bIns="34275" lIns="68575" spcFirstLastPara="1" rIns="68575" wrap="square" tIns="34275">
            <a:spAutoFit/>
          </a:bodyPr>
          <a:lstStyle/>
          <a:p>
            <a:pPr indent="0" lvl="0" marL="0" marR="0" rtl="0" algn="l">
              <a:lnSpc>
                <a:spcPct val="130000"/>
              </a:lnSpc>
              <a:spcBef>
                <a:spcPts val="0"/>
              </a:spcBef>
              <a:spcAft>
                <a:spcPts val="0"/>
              </a:spcAft>
              <a:buNone/>
            </a:pPr>
            <a:r>
              <a:rPr lang="id" sz="3600">
                <a:solidFill>
                  <a:srgbClr val="F2F2F2"/>
                </a:solidFill>
                <a:latin typeface="Boldonse"/>
                <a:ea typeface="Boldonse"/>
                <a:cs typeface="Boldonse"/>
                <a:sym typeface="Boldonse"/>
              </a:rPr>
              <a:t>03</a:t>
            </a:r>
            <a:endParaRPr sz="3600">
              <a:solidFill>
                <a:srgbClr val="F2F2F2"/>
              </a:solidFill>
              <a:latin typeface="Boldonse"/>
              <a:ea typeface="Boldonse"/>
              <a:cs typeface="Boldonse"/>
              <a:sym typeface="Boldonse"/>
            </a:endParaRPr>
          </a:p>
        </p:txBody>
      </p:sp>
      <p:sp>
        <p:nvSpPr>
          <p:cNvPr id="154" name="Google Shape;154;p38"/>
          <p:cNvSpPr/>
          <p:nvPr/>
        </p:nvSpPr>
        <p:spPr>
          <a:xfrm>
            <a:off x="4633913" y="2836068"/>
            <a:ext cx="1793081" cy="1678781"/>
          </a:xfrm>
          <a:prstGeom prst="roundRect">
            <a:avLst>
              <a:gd fmla="val 11875" name="adj"/>
            </a:avLst>
          </a:prstGeom>
          <a:solidFill>
            <a:srgbClr val="F8F8F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sp>
        <p:nvSpPr>
          <p:cNvPr id="155" name="Google Shape;155;p38"/>
          <p:cNvSpPr/>
          <p:nvPr/>
        </p:nvSpPr>
        <p:spPr>
          <a:xfrm>
            <a:off x="4759438" y="2971241"/>
            <a:ext cx="1481214" cy="364330"/>
          </a:xfrm>
          <a:prstGeom prst="roundRect">
            <a:avLst>
              <a:gd fmla="val 50000" name="adj"/>
            </a:avLst>
          </a:prstGeom>
          <a:solidFill>
            <a:schemeClr val="accent4"/>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700">
              <a:solidFill>
                <a:schemeClr val="lt1"/>
              </a:solidFill>
              <a:latin typeface="Boldonse"/>
              <a:ea typeface="Boldonse"/>
              <a:cs typeface="Boldonse"/>
              <a:sym typeface="Boldonse"/>
            </a:endParaRPr>
          </a:p>
        </p:txBody>
      </p:sp>
      <p:sp>
        <p:nvSpPr>
          <p:cNvPr id="156" name="Google Shape;156;p38"/>
          <p:cNvSpPr txBox="1"/>
          <p:nvPr/>
        </p:nvSpPr>
        <p:spPr>
          <a:xfrm>
            <a:off x="4838050" y="3081025"/>
            <a:ext cx="14811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id" sz="800">
                <a:solidFill>
                  <a:schemeClr val="lt1"/>
                </a:solidFill>
                <a:latin typeface="Boldonse"/>
                <a:ea typeface="Boldonse"/>
                <a:cs typeface="Boldonse"/>
                <a:sym typeface="Boldonse"/>
              </a:rPr>
              <a:t>Environment &amp; Energy</a:t>
            </a:r>
            <a:endParaRPr sz="800">
              <a:solidFill>
                <a:schemeClr val="lt1"/>
              </a:solidFill>
              <a:latin typeface="Boldonse"/>
              <a:ea typeface="Boldonse"/>
              <a:cs typeface="Boldonse"/>
              <a:sym typeface="Boldonse"/>
            </a:endParaRPr>
          </a:p>
        </p:txBody>
      </p:sp>
      <p:sp>
        <p:nvSpPr>
          <p:cNvPr id="157" name="Google Shape;157;p38"/>
          <p:cNvSpPr txBox="1"/>
          <p:nvPr/>
        </p:nvSpPr>
        <p:spPr>
          <a:xfrm>
            <a:off x="4759437" y="3710261"/>
            <a:ext cx="1542033" cy="669414"/>
          </a:xfrm>
          <a:prstGeom prst="rect">
            <a:avLst/>
          </a:prstGeom>
          <a:noFill/>
          <a:ln>
            <a:noFill/>
          </a:ln>
        </p:spPr>
        <p:txBody>
          <a:bodyPr anchorCtr="0" anchor="t" bIns="34275" lIns="68575" spcFirstLastPara="1" rIns="68575" wrap="square" tIns="34275">
            <a:spAutoFit/>
          </a:bodyPr>
          <a:lstStyle/>
          <a:p>
            <a:pPr indent="-120650" lvl="0" marL="127000" marR="0" rtl="0" algn="l">
              <a:lnSpc>
                <a:spcPct val="150000"/>
              </a:lnSpc>
              <a:spcBef>
                <a:spcPts val="0"/>
              </a:spcBef>
              <a:spcAft>
                <a:spcPts val="0"/>
              </a:spcAft>
              <a:buClr>
                <a:srgbClr val="595959"/>
              </a:buClr>
              <a:buSzPts val="900"/>
              <a:buFont typeface="Arial"/>
              <a:buChar char="•"/>
            </a:pPr>
            <a:r>
              <a:rPr lang="id" sz="900">
                <a:solidFill>
                  <a:srgbClr val="595959"/>
                </a:solidFill>
                <a:latin typeface="Albert Sans Light"/>
                <a:ea typeface="Albert Sans Light"/>
                <a:cs typeface="Albert Sans Light"/>
                <a:sym typeface="Albert Sans Light"/>
              </a:rPr>
              <a:t>Lorem ipsum sit amet, </a:t>
            </a:r>
            <a:endParaRPr sz="900">
              <a:solidFill>
                <a:srgbClr val="595959"/>
              </a:solidFill>
              <a:latin typeface="Albert Sans Light"/>
              <a:ea typeface="Albert Sans Light"/>
              <a:cs typeface="Albert Sans Light"/>
              <a:sym typeface="Albert Sans Light"/>
            </a:endParaRPr>
          </a:p>
          <a:p>
            <a:pPr indent="-120650" lvl="0" marL="127000" marR="0" rtl="0" algn="l">
              <a:lnSpc>
                <a:spcPct val="150000"/>
              </a:lnSpc>
              <a:spcBef>
                <a:spcPts val="0"/>
              </a:spcBef>
              <a:spcAft>
                <a:spcPts val="0"/>
              </a:spcAft>
              <a:buClr>
                <a:srgbClr val="595959"/>
              </a:buClr>
              <a:buSzPts val="900"/>
              <a:buFont typeface="Arial"/>
              <a:buChar char="•"/>
            </a:pPr>
            <a:r>
              <a:rPr lang="id" sz="900">
                <a:solidFill>
                  <a:srgbClr val="595959"/>
                </a:solidFill>
                <a:latin typeface="Albert Sans Light"/>
                <a:ea typeface="Albert Sans Light"/>
                <a:cs typeface="Albert Sans Light"/>
                <a:sym typeface="Albert Sans Light"/>
              </a:rPr>
              <a:t>consectetuer adipiscing </a:t>
            </a:r>
            <a:endParaRPr sz="900">
              <a:solidFill>
                <a:srgbClr val="595959"/>
              </a:solidFill>
              <a:latin typeface="Albert Sans Light"/>
              <a:ea typeface="Albert Sans Light"/>
              <a:cs typeface="Albert Sans Light"/>
              <a:sym typeface="Albert Sans Light"/>
            </a:endParaRPr>
          </a:p>
          <a:p>
            <a:pPr indent="-120650" lvl="0" marL="127000" marR="0" rtl="0" algn="l">
              <a:lnSpc>
                <a:spcPct val="150000"/>
              </a:lnSpc>
              <a:spcBef>
                <a:spcPts val="0"/>
              </a:spcBef>
              <a:spcAft>
                <a:spcPts val="0"/>
              </a:spcAft>
              <a:buClr>
                <a:srgbClr val="595959"/>
              </a:buClr>
              <a:buSzPts val="900"/>
              <a:buFont typeface="Arial"/>
              <a:buChar char="•"/>
            </a:pPr>
            <a:r>
              <a:rPr lang="id" sz="900">
                <a:solidFill>
                  <a:srgbClr val="595959"/>
                </a:solidFill>
                <a:latin typeface="Albert Sans Light"/>
                <a:ea typeface="Albert Sans Light"/>
                <a:cs typeface="Albert Sans Light"/>
                <a:sym typeface="Albert Sans Light"/>
              </a:rPr>
              <a:t>elit. Aenean commodo</a:t>
            </a:r>
            <a:endParaRPr sz="900">
              <a:solidFill>
                <a:srgbClr val="595959"/>
              </a:solidFill>
              <a:latin typeface="Albert Sans Light"/>
              <a:ea typeface="Albert Sans Light"/>
              <a:cs typeface="Albert Sans Light"/>
              <a:sym typeface="Albert Sans Light"/>
            </a:endParaRPr>
          </a:p>
        </p:txBody>
      </p:sp>
      <p:sp>
        <p:nvSpPr>
          <p:cNvPr id="158" name="Google Shape;158;p38"/>
          <p:cNvSpPr txBox="1"/>
          <p:nvPr/>
        </p:nvSpPr>
        <p:spPr>
          <a:xfrm>
            <a:off x="6737161" y="2402681"/>
            <a:ext cx="1420396" cy="724814"/>
          </a:xfrm>
          <a:prstGeom prst="rect">
            <a:avLst/>
          </a:prstGeom>
          <a:noFill/>
          <a:ln>
            <a:noFill/>
          </a:ln>
        </p:spPr>
        <p:txBody>
          <a:bodyPr anchorCtr="0" anchor="t" bIns="34275" lIns="68575" spcFirstLastPara="1" rIns="68575" wrap="square" tIns="34275">
            <a:spAutoFit/>
          </a:bodyPr>
          <a:lstStyle/>
          <a:p>
            <a:pPr indent="0" lvl="0" marL="0" marR="0" rtl="0" algn="l">
              <a:lnSpc>
                <a:spcPct val="130000"/>
              </a:lnSpc>
              <a:spcBef>
                <a:spcPts val="0"/>
              </a:spcBef>
              <a:spcAft>
                <a:spcPts val="0"/>
              </a:spcAft>
              <a:buNone/>
            </a:pPr>
            <a:r>
              <a:rPr lang="id" sz="3600">
                <a:solidFill>
                  <a:srgbClr val="F2F2F2"/>
                </a:solidFill>
                <a:latin typeface="Boldonse"/>
                <a:ea typeface="Boldonse"/>
                <a:cs typeface="Boldonse"/>
                <a:sym typeface="Boldonse"/>
              </a:rPr>
              <a:t>04</a:t>
            </a:r>
            <a:endParaRPr sz="3600">
              <a:solidFill>
                <a:srgbClr val="F2F2F2"/>
              </a:solidFill>
              <a:latin typeface="Boldonse"/>
              <a:ea typeface="Boldonse"/>
              <a:cs typeface="Boldonse"/>
              <a:sym typeface="Boldonse"/>
            </a:endParaRPr>
          </a:p>
        </p:txBody>
      </p:sp>
      <p:sp>
        <p:nvSpPr>
          <p:cNvPr id="159" name="Google Shape;159;p38"/>
          <p:cNvSpPr/>
          <p:nvPr/>
        </p:nvSpPr>
        <p:spPr>
          <a:xfrm>
            <a:off x="6550819" y="2836068"/>
            <a:ext cx="1793081" cy="1678781"/>
          </a:xfrm>
          <a:prstGeom prst="roundRect">
            <a:avLst>
              <a:gd fmla="val 11875" name="adj"/>
            </a:avLst>
          </a:prstGeom>
          <a:solidFill>
            <a:srgbClr val="F8F8F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sp>
        <p:nvSpPr>
          <p:cNvPr id="160" name="Google Shape;160;p38"/>
          <p:cNvSpPr/>
          <p:nvPr/>
        </p:nvSpPr>
        <p:spPr>
          <a:xfrm>
            <a:off x="6676343" y="2971241"/>
            <a:ext cx="1296082" cy="364330"/>
          </a:xfrm>
          <a:prstGeom prst="roundRect">
            <a:avLst>
              <a:gd fmla="val 50000" name="adj"/>
            </a:avLst>
          </a:prstGeom>
          <a:solidFill>
            <a:schemeClr val="accent5"/>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700">
              <a:solidFill>
                <a:schemeClr val="lt1"/>
              </a:solidFill>
              <a:latin typeface="Boldonse"/>
              <a:ea typeface="Boldonse"/>
              <a:cs typeface="Boldonse"/>
              <a:sym typeface="Boldonse"/>
            </a:endParaRPr>
          </a:p>
        </p:txBody>
      </p:sp>
      <p:sp>
        <p:nvSpPr>
          <p:cNvPr id="161" name="Google Shape;161;p38"/>
          <p:cNvSpPr txBox="1"/>
          <p:nvPr/>
        </p:nvSpPr>
        <p:spPr>
          <a:xfrm>
            <a:off x="6754976" y="3081025"/>
            <a:ext cx="1296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id" sz="800">
                <a:solidFill>
                  <a:schemeClr val="lt1"/>
                </a:solidFill>
                <a:latin typeface="Boldonse"/>
                <a:ea typeface="Boldonse"/>
                <a:cs typeface="Boldonse"/>
                <a:sym typeface="Boldonse"/>
              </a:rPr>
              <a:t>Tech &amp; Innovation</a:t>
            </a:r>
            <a:endParaRPr sz="800">
              <a:solidFill>
                <a:schemeClr val="lt1"/>
              </a:solidFill>
              <a:latin typeface="Boldonse"/>
              <a:ea typeface="Boldonse"/>
              <a:cs typeface="Boldonse"/>
              <a:sym typeface="Boldonse"/>
            </a:endParaRPr>
          </a:p>
        </p:txBody>
      </p:sp>
      <p:sp>
        <p:nvSpPr>
          <p:cNvPr id="162" name="Google Shape;162;p38"/>
          <p:cNvSpPr txBox="1"/>
          <p:nvPr/>
        </p:nvSpPr>
        <p:spPr>
          <a:xfrm>
            <a:off x="6676342" y="3710261"/>
            <a:ext cx="1542033" cy="669414"/>
          </a:xfrm>
          <a:prstGeom prst="rect">
            <a:avLst/>
          </a:prstGeom>
          <a:noFill/>
          <a:ln>
            <a:noFill/>
          </a:ln>
        </p:spPr>
        <p:txBody>
          <a:bodyPr anchorCtr="0" anchor="t" bIns="34275" lIns="68575" spcFirstLastPara="1" rIns="68575" wrap="square" tIns="34275">
            <a:spAutoFit/>
          </a:bodyPr>
          <a:lstStyle/>
          <a:p>
            <a:pPr indent="-120650" lvl="0" marL="127000" marR="0" rtl="0" algn="l">
              <a:lnSpc>
                <a:spcPct val="150000"/>
              </a:lnSpc>
              <a:spcBef>
                <a:spcPts val="0"/>
              </a:spcBef>
              <a:spcAft>
                <a:spcPts val="0"/>
              </a:spcAft>
              <a:buClr>
                <a:srgbClr val="595959"/>
              </a:buClr>
              <a:buSzPts val="900"/>
              <a:buFont typeface="Arial"/>
              <a:buChar char="•"/>
            </a:pPr>
            <a:r>
              <a:rPr lang="id" sz="900">
                <a:solidFill>
                  <a:srgbClr val="595959"/>
                </a:solidFill>
                <a:latin typeface="Albert Sans Light"/>
                <a:ea typeface="Albert Sans Light"/>
                <a:cs typeface="Albert Sans Light"/>
                <a:sym typeface="Albert Sans Light"/>
              </a:rPr>
              <a:t>Lorem ipsum sit amet, </a:t>
            </a:r>
            <a:endParaRPr sz="900">
              <a:solidFill>
                <a:srgbClr val="595959"/>
              </a:solidFill>
              <a:latin typeface="Albert Sans Light"/>
              <a:ea typeface="Albert Sans Light"/>
              <a:cs typeface="Albert Sans Light"/>
              <a:sym typeface="Albert Sans Light"/>
            </a:endParaRPr>
          </a:p>
          <a:p>
            <a:pPr indent="-120650" lvl="0" marL="127000" marR="0" rtl="0" algn="l">
              <a:lnSpc>
                <a:spcPct val="150000"/>
              </a:lnSpc>
              <a:spcBef>
                <a:spcPts val="0"/>
              </a:spcBef>
              <a:spcAft>
                <a:spcPts val="0"/>
              </a:spcAft>
              <a:buClr>
                <a:srgbClr val="595959"/>
              </a:buClr>
              <a:buSzPts val="900"/>
              <a:buFont typeface="Arial"/>
              <a:buChar char="•"/>
            </a:pPr>
            <a:r>
              <a:rPr lang="id" sz="900">
                <a:solidFill>
                  <a:srgbClr val="595959"/>
                </a:solidFill>
                <a:latin typeface="Albert Sans Light"/>
                <a:ea typeface="Albert Sans Light"/>
                <a:cs typeface="Albert Sans Light"/>
                <a:sym typeface="Albert Sans Light"/>
              </a:rPr>
              <a:t>consectetuer adipiscing </a:t>
            </a:r>
            <a:endParaRPr sz="900">
              <a:solidFill>
                <a:srgbClr val="595959"/>
              </a:solidFill>
              <a:latin typeface="Albert Sans Light"/>
              <a:ea typeface="Albert Sans Light"/>
              <a:cs typeface="Albert Sans Light"/>
              <a:sym typeface="Albert Sans Light"/>
            </a:endParaRPr>
          </a:p>
          <a:p>
            <a:pPr indent="-120650" lvl="0" marL="127000" marR="0" rtl="0" algn="l">
              <a:lnSpc>
                <a:spcPct val="150000"/>
              </a:lnSpc>
              <a:spcBef>
                <a:spcPts val="0"/>
              </a:spcBef>
              <a:spcAft>
                <a:spcPts val="0"/>
              </a:spcAft>
              <a:buClr>
                <a:srgbClr val="595959"/>
              </a:buClr>
              <a:buSzPts val="900"/>
              <a:buFont typeface="Arial"/>
              <a:buChar char="•"/>
            </a:pPr>
            <a:r>
              <a:rPr lang="id" sz="900">
                <a:solidFill>
                  <a:srgbClr val="595959"/>
                </a:solidFill>
                <a:latin typeface="Albert Sans Light"/>
                <a:ea typeface="Albert Sans Light"/>
                <a:cs typeface="Albert Sans Light"/>
                <a:sym typeface="Albert Sans Light"/>
              </a:rPr>
              <a:t>elit. Aenean commodo</a:t>
            </a:r>
            <a:endParaRPr sz="900">
              <a:solidFill>
                <a:srgbClr val="595959"/>
              </a:solidFill>
              <a:latin typeface="Albert Sans Light"/>
              <a:ea typeface="Albert Sans Light"/>
              <a:cs typeface="Albert Sans Light"/>
              <a:sym typeface="Albert Sans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9"/>
          <p:cNvSpPr/>
          <p:nvPr/>
        </p:nvSpPr>
        <p:spPr>
          <a:xfrm>
            <a:off x="2931795" y="931538"/>
            <a:ext cx="3280410" cy="3280424"/>
          </a:xfrm>
          <a:prstGeom prst="ellipse">
            <a:avLst/>
          </a:prstGeom>
          <a:solidFill>
            <a:schemeClr val="accent2">
              <a:alpha val="27843"/>
            </a:schemeClr>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lbert Sans Light"/>
              <a:ea typeface="Albert Sans Light"/>
              <a:cs typeface="Albert Sans Light"/>
              <a:sym typeface="Albert Sans Light"/>
            </a:endParaRPr>
          </a:p>
        </p:txBody>
      </p:sp>
      <p:pic>
        <p:nvPicPr>
          <p:cNvPr id="168" name="Google Shape;168;p39"/>
          <p:cNvPicPr preferRelativeResize="0"/>
          <p:nvPr/>
        </p:nvPicPr>
        <p:blipFill rotWithShape="1">
          <a:blip r:embed="rId3">
            <a:alphaModFix/>
          </a:blip>
          <a:srcRect b="0" l="21875" r="21874" t="0"/>
          <a:stretch/>
        </p:blipFill>
        <p:spPr>
          <a:xfrm>
            <a:off x="2641997" y="641747"/>
            <a:ext cx="3860006" cy="3860006"/>
          </a:xfrm>
          <a:custGeom>
            <a:rect b="b" l="l" r="r" t="t"/>
            <a:pathLst>
              <a:path extrusionOk="0" h="5148072" w="5148072">
                <a:moveTo>
                  <a:pt x="0" y="0"/>
                </a:moveTo>
                <a:lnTo>
                  <a:pt x="5148072" y="0"/>
                </a:lnTo>
                <a:lnTo>
                  <a:pt x="5148072" y="5148072"/>
                </a:lnTo>
                <a:lnTo>
                  <a:pt x="0" y="5148072"/>
                </a:lnTo>
                <a:close/>
              </a:path>
            </a:pathLst>
          </a:custGeom>
          <a:noFill/>
          <a:ln>
            <a:noFill/>
          </a:ln>
        </p:spPr>
      </p:pic>
      <p:grpSp>
        <p:nvGrpSpPr>
          <p:cNvPr id="169" name="Google Shape;169;p39"/>
          <p:cNvGrpSpPr/>
          <p:nvPr/>
        </p:nvGrpSpPr>
        <p:grpSpPr>
          <a:xfrm>
            <a:off x="1015502" y="628649"/>
            <a:ext cx="2181225" cy="1619250"/>
            <a:chOff x="1539604" y="838199"/>
            <a:chExt cx="2908300" cy="2159000"/>
          </a:xfrm>
        </p:grpSpPr>
        <p:sp>
          <p:nvSpPr>
            <p:cNvPr id="170" name="Google Shape;170;p39"/>
            <p:cNvSpPr/>
            <p:nvPr/>
          </p:nvSpPr>
          <p:spPr>
            <a:xfrm>
              <a:off x="1539604" y="838199"/>
              <a:ext cx="2908300" cy="2159000"/>
            </a:xfrm>
            <a:prstGeom prst="roundRect">
              <a:avLst>
                <a:gd fmla="val 8934" name="adj"/>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sp>
          <p:nvSpPr>
            <p:cNvPr id="171" name="Google Shape;171;p39"/>
            <p:cNvSpPr txBox="1"/>
            <p:nvPr/>
          </p:nvSpPr>
          <p:spPr>
            <a:xfrm>
              <a:off x="1740195" y="1125658"/>
              <a:ext cx="2507100" cy="831000"/>
            </a:xfrm>
            <a:prstGeom prst="rect">
              <a:avLst/>
            </a:prstGeom>
            <a:noFill/>
            <a:ln>
              <a:noFill/>
            </a:ln>
          </p:spPr>
          <p:txBody>
            <a:bodyPr anchorCtr="0" anchor="t" bIns="34275" lIns="68575" spcFirstLastPara="1" rIns="68575" wrap="square" tIns="34275">
              <a:spAutoFit/>
            </a:bodyPr>
            <a:lstStyle/>
            <a:p>
              <a:pPr indent="0" lvl="0" marL="0" marR="0" rtl="0" algn="r">
                <a:lnSpc>
                  <a:spcPct val="150000"/>
                </a:lnSpc>
                <a:spcBef>
                  <a:spcPts val="0"/>
                </a:spcBef>
                <a:spcAft>
                  <a:spcPts val="0"/>
                </a:spcAft>
                <a:buNone/>
              </a:pPr>
              <a:r>
                <a:rPr lang="id" sz="900">
                  <a:solidFill>
                    <a:schemeClr val="lt1"/>
                  </a:solidFill>
                  <a:latin typeface="Albert Sans Light"/>
                  <a:ea typeface="Albert Sans Light"/>
                  <a:cs typeface="Albert Sans Light"/>
                  <a:sym typeface="Albert Sans Light"/>
                </a:rPr>
                <a:t>Lorem ipsum dolor sit amet, adipiscing elit. Aenean commodo ligula eget dolor. Aenean massa. </a:t>
              </a:r>
              <a:endParaRPr sz="1100"/>
            </a:p>
          </p:txBody>
        </p:sp>
        <p:sp>
          <p:nvSpPr>
            <p:cNvPr id="172" name="Google Shape;172;p39"/>
            <p:cNvSpPr txBox="1"/>
            <p:nvPr/>
          </p:nvSpPr>
          <p:spPr>
            <a:xfrm>
              <a:off x="1740194" y="2188143"/>
              <a:ext cx="2507119" cy="615553"/>
            </a:xfrm>
            <a:prstGeom prst="rect">
              <a:avLst/>
            </a:prstGeom>
            <a:noFill/>
            <a:ln>
              <a:noFill/>
            </a:ln>
          </p:spPr>
          <p:txBody>
            <a:bodyPr anchorCtr="0" anchor="t" bIns="34275" lIns="68575" spcFirstLastPara="1" rIns="68575" wrap="square" tIns="34275">
              <a:spAutoFit/>
            </a:bodyPr>
            <a:lstStyle/>
            <a:p>
              <a:pPr indent="0" lvl="0" marL="0" marR="0" rtl="0" algn="r">
                <a:lnSpc>
                  <a:spcPct val="150000"/>
                </a:lnSpc>
                <a:spcBef>
                  <a:spcPts val="0"/>
                </a:spcBef>
                <a:spcAft>
                  <a:spcPts val="0"/>
                </a:spcAft>
                <a:buNone/>
              </a:pPr>
              <a:r>
                <a:rPr lang="id" sz="900">
                  <a:solidFill>
                    <a:schemeClr val="accent6"/>
                  </a:solidFill>
                  <a:latin typeface="Boldonse"/>
                  <a:ea typeface="Boldonse"/>
                  <a:cs typeface="Boldonse"/>
                  <a:sym typeface="Boldonse"/>
                </a:rPr>
                <a:t>560+</a:t>
              </a:r>
              <a:endParaRPr sz="1100"/>
            </a:p>
            <a:p>
              <a:pPr indent="0" lvl="0" marL="0" marR="0" rtl="0" algn="r">
                <a:lnSpc>
                  <a:spcPct val="150000"/>
                </a:lnSpc>
                <a:spcBef>
                  <a:spcPts val="0"/>
                </a:spcBef>
                <a:spcAft>
                  <a:spcPts val="0"/>
                </a:spcAft>
                <a:buNone/>
              </a:pPr>
              <a:r>
                <a:rPr lang="id" sz="900">
                  <a:solidFill>
                    <a:schemeClr val="accent6"/>
                  </a:solidFill>
                  <a:latin typeface="Boldonse"/>
                  <a:ea typeface="Boldonse"/>
                  <a:cs typeface="Boldonse"/>
                  <a:sym typeface="Boldonse"/>
                </a:rPr>
                <a:t>in food, medicine, life.</a:t>
              </a:r>
              <a:endParaRPr sz="1100"/>
            </a:p>
          </p:txBody>
        </p:sp>
      </p:grpSp>
      <p:grpSp>
        <p:nvGrpSpPr>
          <p:cNvPr id="173" name="Google Shape;173;p39"/>
          <p:cNvGrpSpPr/>
          <p:nvPr/>
        </p:nvGrpSpPr>
        <p:grpSpPr>
          <a:xfrm>
            <a:off x="5947274" y="2895601"/>
            <a:ext cx="2181225" cy="1619250"/>
            <a:chOff x="7581901" y="3860801"/>
            <a:chExt cx="2908300" cy="2159000"/>
          </a:xfrm>
        </p:grpSpPr>
        <p:sp>
          <p:nvSpPr>
            <p:cNvPr id="174" name="Google Shape;174;p39"/>
            <p:cNvSpPr/>
            <p:nvPr/>
          </p:nvSpPr>
          <p:spPr>
            <a:xfrm>
              <a:off x="7581901" y="3860801"/>
              <a:ext cx="2908300" cy="2159000"/>
            </a:xfrm>
            <a:prstGeom prst="roundRect">
              <a:avLst>
                <a:gd fmla="val 8934" name="adj"/>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grpSp>
          <p:nvGrpSpPr>
            <p:cNvPr id="175" name="Google Shape;175;p39"/>
            <p:cNvGrpSpPr/>
            <p:nvPr/>
          </p:nvGrpSpPr>
          <p:grpSpPr>
            <a:xfrm>
              <a:off x="7782492" y="4152082"/>
              <a:ext cx="2507118" cy="1678038"/>
              <a:chOff x="7795190" y="4161530"/>
              <a:chExt cx="2507118" cy="1678038"/>
            </a:xfrm>
          </p:grpSpPr>
          <p:sp>
            <p:nvSpPr>
              <p:cNvPr id="176" name="Google Shape;176;p39"/>
              <p:cNvSpPr txBox="1"/>
              <p:nvPr/>
            </p:nvSpPr>
            <p:spPr>
              <a:xfrm>
                <a:off x="7795190" y="4947016"/>
                <a:ext cx="2507118" cy="892552"/>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id" sz="900">
                    <a:solidFill>
                      <a:schemeClr val="lt1"/>
                    </a:solidFill>
                    <a:latin typeface="Albert Sans Light"/>
                    <a:ea typeface="Albert Sans Light"/>
                    <a:cs typeface="Albert Sans Light"/>
                    <a:sym typeface="Albert Sans Light"/>
                  </a:rPr>
                  <a:t>Lorem ipsum dolor sit amet, adipiscing elit. Aenean commodo ligula eget dolor. Aenean massa. </a:t>
                </a:r>
                <a:endParaRPr sz="1100"/>
              </a:p>
            </p:txBody>
          </p:sp>
          <p:sp>
            <p:nvSpPr>
              <p:cNvPr id="177" name="Google Shape;177;p39"/>
              <p:cNvSpPr txBox="1"/>
              <p:nvPr/>
            </p:nvSpPr>
            <p:spPr>
              <a:xfrm>
                <a:off x="7795190" y="4161530"/>
                <a:ext cx="2367900" cy="554100"/>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id" sz="900">
                    <a:solidFill>
                      <a:schemeClr val="accent6"/>
                    </a:solidFill>
                    <a:latin typeface="Boldonse"/>
                    <a:ea typeface="Boldonse"/>
                    <a:cs typeface="Boldonse"/>
                    <a:sym typeface="Boldonse"/>
                  </a:rPr>
                  <a:t>230+</a:t>
                </a:r>
                <a:endParaRPr sz="1100"/>
              </a:p>
              <a:p>
                <a:pPr indent="0" lvl="0" marL="0" marR="0" rtl="0" algn="l">
                  <a:lnSpc>
                    <a:spcPct val="150000"/>
                  </a:lnSpc>
                  <a:spcBef>
                    <a:spcPts val="0"/>
                  </a:spcBef>
                  <a:spcAft>
                    <a:spcPts val="0"/>
                  </a:spcAft>
                  <a:buNone/>
                </a:pPr>
                <a:r>
                  <a:rPr lang="id" sz="900">
                    <a:solidFill>
                      <a:schemeClr val="accent6"/>
                    </a:solidFill>
                    <a:latin typeface="Boldonse"/>
                    <a:ea typeface="Boldonse"/>
                    <a:cs typeface="Boldonse"/>
                    <a:sym typeface="Boldonse"/>
                  </a:rPr>
                  <a:t>Found in products </a:t>
                </a:r>
                <a:endParaRPr sz="900">
                  <a:solidFill>
                    <a:schemeClr val="accent6"/>
                  </a:solidFill>
                  <a:latin typeface="Boldonse"/>
                  <a:ea typeface="Boldonse"/>
                  <a:cs typeface="Boldonse"/>
                  <a:sym typeface="Boldonse"/>
                </a:endParaRPr>
              </a:p>
            </p:txBody>
          </p:sp>
        </p:grpSp>
      </p:grpSp>
      <p:sp>
        <p:nvSpPr>
          <p:cNvPr id="178" name="Google Shape;178;p39"/>
          <p:cNvSpPr/>
          <p:nvPr/>
        </p:nvSpPr>
        <p:spPr>
          <a:xfrm rot="9308765">
            <a:off x="2069206" y="2395451"/>
            <a:ext cx="589424" cy="1071791"/>
          </a:xfrm>
          <a:custGeom>
            <a:rect b="b" l="l" r="r" t="t"/>
            <a:pathLst>
              <a:path extrusionOk="0" h="1956469" w="1075946">
                <a:moveTo>
                  <a:pt x="1073726" y="1172408"/>
                </a:moveTo>
                <a:cubicBezTo>
                  <a:pt x="1069895" y="1115239"/>
                  <a:pt x="1061117" y="1060986"/>
                  <a:pt x="1050038" y="1012685"/>
                </a:cubicBezTo>
                <a:cubicBezTo>
                  <a:pt x="1027883" y="915867"/>
                  <a:pt x="996940" y="843522"/>
                  <a:pt x="984372" y="809256"/>
                </a:cubicBezTo>
                <a:cubicBezTo>
                  <a:pt x="978889" y="794357"/>
                  <a:pt x="969309" y="767333"/>
                  <a:pt x="955130" y="733520"/>
                </a:cubicBezTo>
                <a:cubicBezTo>
                  <a:pt x="940996" y="699706"/>
                  <a:pt x="922040" y="659172"/>
                  <a:pt x="898644" y="617400"/>
                </a:cubicBezTo>
                <a:cubicBezTo>
                  <a:pt x="875347" y="575590"/>
                  <a:pt x="847517" y="532642"/>
                  <a:pt x="817771" y="493301"/>
                </a:cubicBezTo>
                <a:cubicBezTo>
                  <a:pt x="788072" y="453926"/>
                  <a:pt x="756519" y="418185"/>
                  <a:pt x="727592" y="389430"/>
                </a:cubicBezTo>
                <a:cubicBezTo>
                  <a:pt x="672450" y="334521"/>
                  <a:pt x="617408" y="290479"/>
                  <a:pt x="565362" y="254564"/>
                </a:cubicBezTo>
                <a:cubicBezTo>
                  <a:pt x="513252" y="218662"/>
                  <a:pt x="464104" y="190815"/>
                  <a:pt x="419256" y="168551"/>
                </a:cubicBezTo>
                <a:cubicBezTo>
                  <a:pt x="374381" y="146283"/>
                  <a:pt x="333764" y="129614"/>
                  <a:pt x="297825" y="116485"/>
                </a:cubicBezTo>
                <a:cubicBezTo>
                  <a:pt x="261868" y="103383"/>
                  <a:pt x="230548" y="93874"/>
                  <a:pt x="203723" y="86519"/>
                </a:cubicBezTo>
                <a:cubicBezTo>
                  <a:pt x="193892" y="83854"/>
                  <a:pt x="184675" y="81471"/>
                  <a:pt x="176030" y="79321"/>
                </a:cubicBezTo>
                <a:cubicBezTo>
                  <a:pt x="219040" y="72631"/>
                  <a:pt x="260390" y="66216"/>
                  <a:pt x="283721" y="62828"/>
                </a:cubicBezTo>
                <a:cubicBezTo>
                  <a:pt x="297348" y="60849"/>
                  <a:pt x="314939" y="-3372"/>
                  <a:pt x="290772" y="139"/>
                </a:cubicBezTo>
                <a:cubicBezTo>
                  <a:pt x="248008" y="6342"/>
                  <a:pt x="11253" y="55908"/>
                  <a:pt x="2526" y="58596"/>
                </a:cubicBezTo>
                <a:cubicBezTo>
                  <a:pt x="-4013" y="60613"/>
                  <a:pt x="3298" y="76897"/>
                  <a:pt x="11322" y="88991"/>
                </a:cubicBezTo>
                <a:cubicBezTo>
                  <a:pt x="11822" y="90092"/>
                  <a:pt x="12590" y="91295"/>
                  <a:pt x="13743" y="92633"/>
                </a:cubicBezTo>
                <a:cubicBezTo>
                  <a:pt x="14000" y="92931"/>
                  <a:pt x="14278" y="93257"/>
                  <a:pt x="14548" y="93569"/>
                </a:cubicBezTo>
                <a:cubicBezTo>
                  <a:pt x="16390" y="96024"/>
                  <a:pt x="18173" y="98129"/>
                  <a:pt x="19747" y="99645"/>
                </a:cubicBezTo>
                <a:cubicBezTo>
                  <a:pt x="57274" y="143670"/>
                  <a:pt x="165339" y="272837"/>
                  <a:pt x="175876" y="283789"/>
                </a:cubicBezTo>
                <a:cubicBezTo>
                  <a:pt x="201662" y="310590"/>
                  <a:pt x="255425" y="296308"/>
                  <a:pt x="244905" y="284084"/>
                </a:cubicBezTo>
                <a:cubicBezTo>
                  <a:pt x="229845" y="266593"/>
                  <a:pt x="162575" y="197090"/>
                  <a:pt x="108774" y="141883"/>
                </a:cubicBezTo>
                <a:cubicBezTo>
                  <a:pt x="128168" y="145021"/>
                  <a:pt x="153392" y="149695"/>
                  <a:pt x="185576" y="157307"/>
                </a:cubicBezTo>
                <a:cubicBezTo>
                  <a:pt x="210941" y="163394"/>
                  <a:pt x="240609" y="171404"/>
                  <a:pt x="274775" y="182726"/>
                </a:cubicBezTo>
                <a:cubicBezTo>
                  <a:pt x="308918" y="194069"/>
                  <a:pt x="347607" y="208667"/>
                  <a:pt x="390504" y="228517"/>
                </a:cubicBezTo>
                <a:cubicBezTo>
                  <a:pt x="433380" y="248368"/>
                  <a:pt x="480509" y="273454"/>
                  <a:pt x="530705" y="306191"/>
                </a:cubicBezTo>
                <a:cubicBezTo>
                  <a:pt x="580844" y="338948"/>
                  <a:pt x="634076" y="379427"/>
                  <a:pt x="687733" y="430386"/>
                </a:cubicBezTo>
                <a:cubicBezTo>
                  <a:pt x="715885" y="457074"/>
                  <a:pt x="747699" y="489375"/>
                  <a:pt x="778612" y="525019"/>
                </a:cubicBezTo>
                <a:cubicBezTo>
                  <a:pt x="809555" y="560616"/>
                  <a:pt x="839549" y="599549"/>
                  <a:pt x="865407" y="637888"/>
                </a:cubicBezTo>
                <a:cubicBezTo>
                  <a:pt x="891347" y="676173"/>
                  <a:pt x="913234" y="713752"/>
                  <a:pt x="929776" y="745459"/>
                </a:cubicBezTo>
                <a:cubicBezTo>
                  <a:pt x="946359" y="777150"/>
                  <a:pt x="957791" y="802858"/>
                  <a:pt x="963634" y="817276"/>
                </a:cubicBezTo>
                <a:cubicBezTo>
                  <a:pt x="977079" y="850469"/>
                  <a:pt x="999758" y="924436"/>
                  <a:pt x="1013622" y="1019478"/>
                </a:cubicBezTo>
                <a:cubicBezTo>
                  <a:pt x="1020586" y="1066956"/>
                  <a:pt x="1025321" y="1119598"/>
                  <a:pt x="1026594" y="1174530"/>
                </a:cubicBezTo>
                <a:cubicBezTo>
                  <a:pt x="1027938" y="1229466"/>
                  <a:pt x="1025761" y="1286655"/>
                  <a:pt x="1020373" y="1343309"/>
                </a:cubicBezTo>
                <a:cubicBezTo>
                  <a:pt x="1014184" y="1408697"/>
                  <a:pt x="1002995" y="1467398"/>
                  <a:pt x="989694" y="1519697"/>
                </a:cubicBezTo>
                <a:cubicBezTo>
                  <a:pt x="976352" y="1572010"/>
                  <a:pt x="960857" y="1617948"/>
                  <a:pt x="945141" y="1658283"/>
                </a:cubicBezTo>
                <a:cubicBezTo>
                  <a:pt x="929381" y="1698615"/>
                  <a:pt x="913403" y="1733365"/>
                  <a:pt x="898349" y="1763413"/>
                </a:cubicBezTo>
                <a:cubicBezTo>
                  <a:pt x="883285" y="1793465"/>
                  <a:pt x="869148" y="1818826"/>
                  <a:pt x="856577" y="1840350"/>
                </a:cubicBezTo>
                <a:cubicBezTo>
                  <a:pt x="831340" y="1883356"/>
                  <a:pt x="812669" y="1911186"/>
                  <a:pt x="801357" y="1929102"/>
                </a:cubicBezTo>
                <a:cubicBezTo>
                  <a:pt x="789948" y="1946961"/>
                  <a:pt x="785693" y="1954820"/>
                  <a:pt x="786505" y="1956246"/>
                </a:cubicBezTo>
                <a:cubicBezTo>
                  <a:pt x="787253" y="1957621"/>
                  <a:pt x="793905" y="1952783"/>
                  <a:pt x="808444" y="1937712"/>
                </a:cubicBezTo>
                <a:cubicBezTo>
                  <a:pt x="822894" y="1922580"/>
                  <a:pt x="845481" y="1897322"/>
                  <a:pt x="875313" y="1855903"/>
                </a:cubicBezTo>
                <a:cubicBezTo>
                  <a:pt x="890178" y="1835172"/>
                  <a:pt x="906778" y="1810353"/>
                  <a:pt x="924413" y="1780469"/>
                </a:cubicBezTo>
                <a:cubicBezTo>
                  <a:pt x="942031" y="1750585"/>
                  <a:pt x="960726" y="1715644"/>
                  <a:pt x="979181" y="1674598"/>
                </a:cubicBezTo>
                <a:cubicBezTo>
                  <a:pt x="997601" y="1633560"/>
                  <a:pt x="1015840" y="1586422"/>
                  <a:pt x="1031751" y="1532288"/>
                </a:cubicBezTo>
                <a:cubicBezTo>
                  <a:pt x="1047627" y="1478175"/>
                  <a:pt x="1061230" y="1417046"/>
                  <a:pt x="1069418" y="1348569"/>
                </a:cubicBezTo>
                <a:cubicBezTo>
                  <a:pt x="1076503" y="1289556"/>
                  <a:pt x="1077631" y="1229545"/>
                  <a:pt x="1073726" y="1172408"/>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lbert Sans Light"/>
              <a:ea typeface="Albert Sans Light"/>
              <a:cs typeface="Albert Sans Light"/>
              <a:sym typeface="Albert Sans Light"/>
            </a:endParaRPr>
          </a:p>
        </p:txBody>
      </p:sp>
      <p:sp>
        <p:nvSpPr>
          <p:cNvPr id="179" name="Google Shape;179;p39"/>
          <p:cNvSpPr/>
          <p:nvPr/>
        </p:nvSpPr>
        <p:spPr>
          <a:xfrm rot="-791662">
            <a:off x="6401967" y="1758113"/>
            <a:ext cx="589424" cy="1071791"/>
          </a:xfrm>
          <a:custGeom>
            <a:rect b="b" l="l" r="r" t="t"/>
            <a:pathLst>
              <a:path extrusionOk="0" h="1956469" w="1075946">
                <a:moveTo>
                  <a:pt x="1073726" y="1172408"/>
                </a:moveTo>
                <a:cubicBezTo>
                  <a:pt x="1069895" y="1115239"/>
                  <a:pt x="1061117" y="1060986"/>
                  <a:pt x="1050038" y="1012685"/>
                </a:cubicBezTo>
                <a:cubicBezTo>
                  <a:pt x="1027883" y="915867"/>
                  <a:pt x="996940" y="843522"/>
                  <a:pt x="984372" y="809256"/>
                </a:cubicBezTo>
                <a:cubicBezTo>
                  <a:pt x="978889" y="794357"/>
                  <a:pt x="969309" y="767333"/>
                  <a:pt x="955130" y="733520"/>
                </a:cubicBezTo>
                <a:cubicBezTo>
                  <a:pt x="940996" y="699706"/>
                  <a:pt x="922040" y="659172"/>
                  <a:pt x="898644" y="617400"/>
                </a:cubicBezTo>
                <a:cubicBezTo>
                  <a:pt x="875347" y="575590"/>
                  <a:pt x="847517" y="532642"/>
                  <a:pt x="817771" y="493301"/>
                </a:cubicBezTo>
                <a:cubicBezTo>
                  <a:pt x="788072" y="453926"/>
                  <a:pt x="756519" y="418185"/>
                  <a:pt x="727592" y="389430"/>
                </a:cubicBezTo>
                <a:cubicBezTo>
                  <a:pt x="672450" y="334521"/>
                  <a:pt x="617408" y="290479"/>
                  <a:pt x="565362" y="254564"/>
                </a:cubicBezTo>
                <a:cubicBezTo>
                  <a:pt x="513252" y="218662"/>
                  <a:pt x="464104" y="190815"/>
                  <a:pt x="419256" y="168551"/>
                </a:cubicBezTo>
                <a:cubicBezTo>
                  <a:pt x="374381" y="146283"/>
                  <a:pt x="333764" y="129614"/>
                  <a:pt x="297825" y="116485"/>
                </a:cubicBezTo>
                <a:cubicBezTo>
                  <a:pt x="261868" y="103383"/>
                  <a:pt x="230548" y="93874"/>
                  <a:pt x="203723" y="86519"/>
                </a:cubicBezTo>
                <a:cubicBezTo>
                  <a:pt x="193892" y="83854"/>
                  <a:pt x="184675" y="81471"/>
                  <a:pt x="176030" y="79321"/>
                </a:cubicBezTo>
                <a:cubicBezTo>
                  <a:pt x="219040" y="72631"/>
                  <a:pt x="260390" y="66216"/>
                  <a:pt x="283721" y="62828"/>
                </a:cubicBezTo>
                <a:cubicBezTo>
                  <a:pt x="297348" y="60849"/>
                  <a:pt x="314939" y="-3372"/>
                  <a:pt x="290772" y="139"/>
                </a:cubicBezTo>
                <a:cubicBezTo>
                  <a:pt x="248008" y="6342"/>
                  <a:pt x="11253" y="55908"/>
                  <a:pt x="2526" y="58596"/>
                </a:cubicBezTo>
                <a:cubicBezTo>
                  <a:pt x="-4013" y="60613"/>
                  <a:pt x="3298" y="76897"/>
                  <a:pt x="11322" y="88991"/>
                </a:cubicBezTo>
                <a:cubicBezTo>
                  <a:pt x="11822" y="90092"/>
                  <a:pt x="12590" y="91295"/>
                  <a:pt x="13743" y="92633"/>
                </a:cubicBezTo>
                <a:cubicBezTo>
                  <a:pt x="14000" y="92931"/>
                  <a:pt x="14278" y="93257"/>
                  <a:pt x="14548" y="93569"/>
                </a:cubicBezTo>
                <a:cubicBezTo>
                  <a:pt x="16390" y="96024"/>
                  <a:pt x="18173" y="98129"/>
                  <a:pt x="19747" y="99645"/>
                </a:cubicBezTo>
                <a:cubicBezTo>
                  <a:pt x="57274" y="143670"/>
                  <a:pt x="165339" y="272837"/>
                  <a:pt x="175876" y="283789"/>
                </a:cubicBezTo>
                <a:cubicBezTo>
                  <a:pt x="201662" y="310590"/>
                  <a:pt x="255425" y="296308"/>
                  <a:pt x="244905" y="284084"/>
                </a:cubicBezTo>
                <a:cubicBezTo>
                  <a:pt x="229845" y="266593"/>
                  <a:pt x="162575" y="197090"/>
                  <a:pt x="108774" y="141883"/>
                </a:cubicBezTo>
                <a:cubicBezTo>
                  <a:pt x="128168" y="145021"/>
                  <a:pt x="153392" y="149695"/>
                  <a:pt x="185576" y="157307"/>
                </a:cubicBezTo>
                <a:cubicBezTo>
                  <a:pt x="210941" y="163394"/>
                  <a:pt x="240609" y="171404"/>
                  <a:pt x="274775" y="182726"/>
                </a:cubicBezTo>
                <a:cubicBezTo>
                  <a:pt x="308918" y="194069"/>
                  <a:pt x="347607" y="208667"/>
                  <a:pt x="390504" y="228517"/>
                </a:cubicBezTo>
                <a:cubicBezTo>
                  <a:pt x="433380" y="248368"/>
                  <a:pt x="480509" y="273454"/>
                  <a:pt x="530705" y="306191"/>
                </a:cubicBezTo>
                <a:cubicBezTo>
                  <a:pt x="580844" y="338948"/>
                  <a:pt x="634076" y="379427"/>
                  <a:pt x="687733" y="430386"/>
                </a:cubicBezTo>
                <a:cubicBezTo>
                  <a:pt x="715885" y="457074"/>
                  <a:pt x="747699" y="489375"/>
                  <a:pt x="778612" y="525019"/>
                </a:cubicBezTo>
                <a:cubicBezTo>
                  <a:pt x="809555" y="560616"/>
                  <a:pt x="839549" y="599549"/>
                  <a:pt x="865407" y="637888"/>
                </a:cubicBezTo>
                <a:cubicBezTo>
                  <a:pt x="891347" y="676173"/>
                  <a:pt x="913234" y="713752"/>
                  <a:pt x="929776" y="745459"/>
                </a:cubicBezTo>
                <a:cubicBezTo>
                  <a:pt x="946359" y="777150"/>
                  <a:pt x="957791" y="802858"/>
                  <a:pt x="963634" y="817276"/>
                </a:cubicBezTo>
                <a:cubicBezTo>
                  <a:pt x="977079" y="850469"/>
                  <a:pt x="999758" y="924436"/>
                  <a:pt x="1013622" y="1019478"/>
                </a:cubicBezTo>
                <a:cubicBezTo>
                  <a:pt x="1020586" y="1066956"/>
                  <a:pt x="1025321" y="1119598"/>
                  <a:pt x="1026594" y="1174530"/>
                </a:cubicBezTo>
                <a:cubicBezTo>
                  <a:pt x="1027938" y="1229466"/>
                  <a:pt x="1025761" y="1286655"/>
                  <a:pt x="1020373" y="1343309"/>
                </a:cubicBezTo>
                <a:cubicBezTo>
                  <a:pt x="1014184" y="1408697"/>
                  <a:pt x="1002995" y="1467398"/>
                  <a:pt x="989694" y="1519697"/>
                </a:cubicBezTo>
                <a:cubicBezTo>
                  <a:pt x="976352" y="1572010"/>
                  <a:pt x="960857" y="1617948"/>
                  <a:pt x="945141" y="1658283"/>
                </a:cubicBezTo>
                <a:cubicBezTo>
                  <a:pt x="929381" y="1698615"/>
                  <a:pt x="913403" y="1733365"/>
                  <a:pt x="898349" y="1763413"/>
                </a:cubicBezTo>
                <a:cubicBezTo>
                  <a:pt x="883285" y="1793465"/>
                  <a:pt x="869148" y="1818826"/>
                  <a:pt x="856577" y="1840350"/>
                </a:cubicBezTo>
                <a:cubicBezTo>
                  <a:pt x="831340" y="1883356"/>
                  <a:pt x="812669" y="1911186"/>
                  <a:pt x="801357" y="1929102"/>
                </a:cubicBezTo>
                <a:cubicBezTo>
                  <a:pt x="789948" y="1946961"/>
                  <a:pt x="785693" y="1954820"/>
                  <a:pt x="786505" y="1956246"/>
                </a:cubicBezTo>
                <a:cubicBezTo>
                  <a:pt x="787253" y="1957621"/>
                  <a:pt x="793905" y="1952783"/>
                  <a:pt x="808444" y="1937712"/>
                </a:cubicBezTo>
                <a:cubicBezTo>
                  <a:pt x="822894" y="1922580"/>
                  <a:pt x="845481" y="1897322"/>
                  <a:pt x="875313" y="1855903"/>
                </a:cubicBezTo>
                <a:cubicBezTo>
                  <a:pt x="890178" y="1835172"/>
                  <a:pt x="906778" y="1810353"/>
                  <a:pt x="924413" y="1780469"/>
                </a:cubicBezTo>
                <a:cubicBezTo>
                  <a:pt x="942031" y="1750585"/>
                  <a:pt x="960726" y="1715644"/>
                  <a:pt x="979181" y="1674598"/>
                </a:cubicBezTo>
                <a:cubicBezTo>
                  <a:pt x="997601" y="1633560"/>
                  <a:pt x="1015840" y="1586422"/>
                  <a:pt x="1031751" y="1532288"/>
                </a:cubicBezTo>
                <a:cubicBezTo>
                  <a:pt x="1047627" y="1478175"/>
                  <a:pt x="1061230" y="1417046"/>
                  <a:pt x="1069418" y="1348569"/>
                </a:cubicBezTo>
                <a:cubicBezTo>
                  <a:pt x="1076503" y="1289556"/>
                  <a:pt x="1077631" y="1229545"/>
                  <a:pt x="1073726" y="1172408"/>
                </a:cubicBez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lbert Sans Light"/>
              <a:ea typeface="Albert Sans Light"/>
              <a:cs typeface="Albert Sans Light"/>
              <a:sym typeface="Albert Sans 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40"/>
          <p:cNvSpPr txBox="1"/>
          <p:nvPr/>
        </p:nvSpPr>
        <p:spPr>
          <a:xfrm>
            <a:off x="800100" y="717848"/>
            <a:ext cx="4186238" cy="623248"/>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id" sz="3600">
                <a:solidFill>
                  <a:srgbClr val="0C0C0C"/>
                </a:solidFill>
                <a:latin typeface="Boldonse"/>
                <a:ea typeface="Boldonse"/>
                <a:cs typeface="Boldonse"/>
                <a:sym typeface="Boldonse"/>
              </a:rPr>
              <a:t>We’re all</a:t>
            </a:r>
            <a:endParaRPr sz="1100"/>
          </a:p>
        </p:txBody>
      </p:sp>
      <p:sp>
        <p:nvSpPr>
          <p:cNvPr id="185" name="Google Shape;185;p40"/>
          <p:cNvSpPr/>
          <p:nvPr/>
        </p:nvSpPr>
        <p:spPr>
          <a:xfrm flipH="1" rot="-1391426">
            <a:off x="445448" y="1532682"/>
            <a:ext cx="607841" cy="817737"/>
          </a:xfrm>
          <a:custGeom>
            <a:rect b="b" l="l" r="r" t="t"/>
            <a:pathLst>
              <a:path extrusionOk="0" h="1980793" w="1472364">
                <a:moveTo>
                  <a:pt x="1468353" y="1035637"/>
                </a:moveTo>
                <a:cubicBezTo>
                  <a:pt x="1462325" y="974049"/>
                  <a:pt x="1449260" y="910036"/>
                  <a:pt x="1427410" y="845334"/>
                </a:cubicBezTo>
                <a:cubicBezTo>
                  <a:pt x="1408486" y="789538"/>
                  <a:pt x="1382803" y="735805"/>
                  <a:pt x="1351410" y="686325"/>
                </a:cubicBezTo>
                <a:cubicBezTo>
                  <a:pt x="1320052" y="636810"/>
                  <a:pt x="1283053" y="591574"/>
                  <a:pt x="1242433" y="551901"/>
                </a:cubicBezTo>
                <a:cubicBezTo>
                  <a:pt x="1201824" y="512183"/>
                  <a:pt x="1157630" y="478030"/>
                  <a:pt x="1112148" y="449706"/>
                </a:cubicBezTo>
                <a:cubicBezTo>
                  <a:pt x="1066646" y="421362"/>
                  <a:pt x="1019877" y="398830"/>
                  <a:pt x="973908" y="381668"/>
                </a:cubicBezTo>
                <a:cubicBezTo>
                  <a:pt x="927935" y="364475"/>
                  <a:pt x="882779" y="352618"/>
                  <a:pt x="840191" y="345043"/>
                </a:cubicBezTo>
                <a:cubicBezTo>
                  <a:pt x="797589" y="337448"/>
                  <a:pt x="757559" y="334118"/>
                  <a:pt x="721404" y="333532"/>
                </a:cubicBezTo>
                <a:cubicBezTo>
                  <a:pt x="701042" y="333206"/>
                  <a:pt x="681987" y="333755"/>
                  <a:pt x="664256" y="334845"/>
                </a:cubicBezTo>
                <a:cubicBezTo>
                  <a:pt x="659335" y="325234"/>
                  <a:pt x="654181" y="315893"/>
                  <a:pt x="648798" y="306861"/>
                </a:cubicBezTo>
                <a:cubicBezTo>
                  <a:pt x="622823" y="263213"/>
                  <a:pt x="591952" y="226455"/>
                  <a:pt x="559774" y="195892"/>
                </a:cubicBezTo>
                <a:cubicBezTo>
                  <a:pt x="527548" y="165298"/>
                  <a:pt x="494006" y="140812"/>
                  <a:pt x="461321" y="120804"/>
                </a:cubicBezTo>
                <a:cubicBezTo>
                  <a:pt x="428594" y="100795"/>
                  <a:pt x="396660" y="85221"/>
                  <a:pt x="366495" y="72599"/>
                </a:cubicBezTo>
                <a:cubicBezTo>
                  <a:pt x="336306" y="59983"/>
                  <a:pt x="307835" y="50338"/>
                  <a:pt x="281439" y="42554"/>
                </a:cubicBezTo>
                <a:cubicBezTo>
                  <a:pt x="228570" y="27110"/>
                  <a:pt x="184055" y="18897"/>
                  <a:pt x="147649" y="13329"/>
                </a:cubicBezTo>
                <a:cubicBezTo>
                  <a:pt x="111213" y="7876"/>
                  <a:pt x="82779" y="5215"/>
                  <a:pt x="61149" y="3460"/>
                </a:cubicBezTo>
                <a:cubicBezTo>
                  <a:pt x="17872" y="206"/>
                  <a:pt x="1763" y="144"/>
                  <a:pt x="1766" y="0"/>
                </a:cubicBezTo>
                <a:lnTo>
                  <a:pt x="0" y="62562"/>
                </a:lnTo>
                <a:cubicBezTo>
                  <a:pt x="-14" y="62699"/>
                  <a:pt x="15455" y="62432"/>
                  <a:pt x="56767" y="64873"/>
                </a:cubicBezTo>
                <a:cubicBezTo>
                  <a:pt x="77406" y="66214"/>
                  <a:pt x="104509" y="68333"/>
                  <a:pt x="139084" y="73000"/>
                </a:cubicBezTo>
                <a:cubicBezTo>
                  <a:pt x="173614" y="77770"/>
                  <a:pt x="215729" y="84964"/>
                  <a:pt x="265298" y="98752"/>
                </a:cubicBezTo>
                <a:cubicBezTo>
                  <a:pt x="290052" y="105699"/>
                  <a:pt x="316648" y="114343"/>
                  <a:pt x="344694" y="125656"/>
                </a:cubicBezTo>
                <a:cubicBezTo>
                  <a:pt x="372725" y="136968"/>
                  <a:pt x="402236" y="150941"/>
                  <a:pt x="432311" y="168841"/>
                </a:cubicBezTo>
                <a:cubicBezTo>
                  <a:pt x="462346" y="186736"/>
                  <a:pt x="492977" y="208583"/>
                  <a:pt x="522298" y="235792"/>
                </a:cubicBezTo>
                <a:cubicBezTo>
                  <a:pt x="551579" y="262973"/>
                  <a:pt x="579563" y="295570"/>
                  <a:pt x="603216" y="334324"/>
                </a:cubicBezTo>
                <a:cubicBezTo>
                  <a:pt x="604468" y="336375"/>
                  <a:pt x="605654" y="338507"/>
                  <a:pt x="606882" y="340589"/>
                </a:cubicBezTo>
                <a:cubicBezTo>
                  <a:pt x="587343" y="343311"/>
                  <a:pt x="570592" y="346408"/>
                  <a:pt x="556966" y="349127"/>
                </a:cubicBezTo>
                <a:cubicBezTo>
                  <a:pt x="526242" y="355351"/>
                  <a:pt x="470294" y="367873"/>
                  <a:pt x="404043" y="398193"/>
                </a:cubicBezTo>
                <a:cubicBezTo>
                  <a:pt x="371080" y="413400"/>
                  <a:pt x="335404" y="432555"/>
                  <a:pt x="300192" y="458022"/>
                </a:cubicBezTo>
                <a:cubicBezTo>
                  <a:pt x="265141" y="483462"/>
                  <a:pt x="230295" y="515499"/>
                  <a:pt x="203226" y="556342"/>
                </a:cubicBezTo>
                <a:cubicBezTo>
                  <a:pt x="189744" y="576706"/>
                  <a:pt x="178366" y="599249"/>
                  <a:pt x="170442" y="623437"/>
                </a:cubicBezTo>
                <a:cubicBezTo>
                  <a:pt x="162500" y="647601"/>
                  <a:pt x="158084" y="673387"/>
                  <a:pt x="157940" y="699399"/>
                </a:cubicBezTo>
                <a:cubicBezTo>
                  <a:pt x="157768" y="725405"/>
                  <a:pt x="161835" y="751551"/>
                  <a:pt x="169777" y="776346"/>
                </a:cubicBezTo>
                <a:cubicBezTo>
                  <a:pt x="177694" y="801162"/>
                  <a:pt x="189408" y="824627"/>
                  <a:pt x="204033" y="845759"/>
                </a:cubicBezTo>
                <a:cubicBezTo>
                  <a:pt x="233258" y="888101"/>
                  <a:pt x="274104" y="921050"/>
                  <a:pt x="319031" y="940088"/>
                </a:cubicBezTo>
                <a:cubicBezTo>
                  <a:pt x="341474" y="949641"/>
                  <a:pt x="364904" y="955734"/>
                  <a:pt x="388087" y="958255"/>
                </a:cubicBezTo>
                <a:cubicBezTo>
                  <a:pt x="411271" y="960813"/>
                  <a:pt x="434153" y="959756"/>
                  <a:pt x="455519" y="955827"/>
                </a:cubicBezTo>
                <a:cubicBezTo>
                  <a:pt x="496420" y="948389"/>
                  <a:pt x="533528" y="930133"/>
                  <a:pt x="564242" y="906844"/>
                </a:cubicBezTo>
                <a:cubicBezTo>
                  <a:pt x="579669" y="895202"/>
                  <a:pt x="593646" y="882323"/>
                  <a:pt x="606319" y="868751"/>
                </a:cubicBezTo>
                <a:cubicBezTo>
                  <a:pt x="618962" y="855199"/>
                  <a:pt x="630463" y="840921"/>
                  <a:pt x="640746" y="826060"/>
                </a:cubicBezTo>
                <a:cubicBezTo>
                  <a:pt x="661296" y="796378"/>
                  <a:pt x="677049" y="764897"/>
                  <a:pt x="688903" y="733127"/>
                </a:cubicBezTo>
                <a:cubicBezTo>
                  <a:pt x="700758" y="701333"/>
                  <a:pt x="708733" y="669200"/>
                  <a:pt x="713513" y="637544"/>
                </a:cubicBezTo>
                <a:cubicBezTo>
                  <a:pt x="723053" y="574169"/>
                  <a:pt x="719843" y="512786"/>
                  <a:pt x="707794" y="456894"/>
                </a:cubicBezTo>
                <a:cubicBezTo>
                  <a:pt x="699852" y="420052"/>
                  <a:pt x="688036" y="385601"/>
                  <a:pt x="673490" y="353917"/>
                </a:cubicBezTo>
                <a:cubicBezTo>
                  <a:pt x="688345" y="353602"/>
                  <a:pt x="704070" y="353749"/>
                  <a:pt x="720656" y="354555"/>
                </a:cubicBezTo>
                <a:cubicBezTo>
                  <a:pt x="755721" y="356249"/>
                  <a:pt x="794379" y="360837"/>
                  <a:pt x="835287" y="369598"/>
                </a:cubicBezTo>
                <a:cubicBezTo>
                  <a:pt x="876189" y="378346"/>
                  <a:pt x="919322" y="391280"/>
                  <a:pt x="962994" y="409241"/>
                </a:cubicBezTo>
                <a:cubicBezTo>
                  <a:pt x="1006662" y="427168"/>
                  <a:pt x="1050848" y="450139"/>
                  <a:pt x="1093638" y="478390"/>
                </a:cubicBezTo>
                <a:cubicBezTo>
                  <a:pt x="1136426" y="506624"/>
                  <a:pt x="1177793" y="540160"/>
                  <a:pt x="1215752" y="578616"/>
                </a:cubicBezTo>
                <a:cubicBezTo>
                  <a:pt x="1253728" y="617038"/>
                  <a:pt x="1288265" y="660381"/>
                  <a:pt x="1317727" y="707492"/>
                </a:cubicBezTo>
                <a:cubicBezTo>
                  <a:pt x="1347227" y="754579"/>
                  <a:pt x="1371597" y="805417"/>
                  <a:pt x="1390106" y="858238"/>
                </a:cubicBezTo>
                <a:cubicBezTo>
                  <a:pt x="1411411" y="919311"/>
                  <a:pt x="1424571" y="980097"/>
                  <a:pt x="1431066" y="1038541"/>
                </a:cubicBezTo>
                <a:cubicBezTo>
                  <a:pt x="1437571" y="1097037"/>
                  <a:pt x="1437420" y="1153289"/>
                  <a:pt x="1432383" y="1206243"/>
                </a:cubicBezTo>
                <a:cubicBezTo>
                  <a:pt x="1422223" y="1312313"/>
                  <a:pt x="1392877" y="1404673"/>
                  <a:pt x="1356458" y="1481739"/>
                </a:cubicBezTo>
                <a:cubicBezTo>
                  <a:pt x="1319877" y="1558971"/>
                  <a:pt x="1276212" y="1621259"/>
                  <a:pt x="1232955" y="1671370"/>
                </a:cubicBezTo>
                <a:cubicBezTo>
                  <a:pt x="1189568" y="1721519"/>
                  <a:pt x="1146483" y="1759660"/>
                  <a:pt x="1107516" y="1789537"/>
                </a:cubicBezTo>
                <a:cubicBezTo>
                  <a:pt x="1068456" y="1819386"/>
                  <a:pt x="1033422" y="1841044"/>
                  <a:pt x="1003792" y="1857661"/>
                </a:cubicBezTo>
                <a:cubicBezTo>
                  <a:pt x="980118" y="1870900"/>
                  <a:pt x="959890" y="1880885"/>
                  <a:pt x="943037" y="1888782"/>
                </a:cubicBezTo>
                <a:cubicBezTo>
                  <a:pt x="942053" y="1888645"/>
                  <a:pt x="941079" y="1888512"/>
                  <a:pt x="940122" y="1888378"/>
                </a:cubicBezTo>
                <a:cubicBezTo>
                  <a:pt x="978153" y="1839178"/>
                  <a:pt x="1043208" y="1753769"/>
                  <a:pt x="1070136" y="1719386"/>
                </a:cubicBezTo>
                <a:cubicBezTo>
                  <a:pt x="1078493" y="1708726"/>
                  <a:pt x="1046599" y="1650467"/>
                  <a:pt x="1031786" y="1669378"/>
                </a:cubicBezTo>
                <a:cubicBezTo>
                  <a:pt x="1005575" y="1702842"/>
                  <a:pt x="870987" y="1899066"/>
                  <a:pt x="866625" y="1906922"/>
                </a:cubicBezTo>
                <a:cubicBezTo>
                  <a:pt x="866488" y="1907165"/>
                  <a:pt x="866409" y="1907412"/>
                  <a:pt x="866340" y="1907663"/>
                </a:cubicBezTo>
                <a:cubicBezTo>
                  <a:pt x="852549" y="1931045"/>
                  <a:pt x="849531" y="1963305"/>
                  <a:pt x="860453" y="1964951"/>
                </a:cubicBezTo>
                <a:cubicBezTo>
                  <a:pt x="895336" y="1970201"/>
                  <a:pt x="1078300" y="1973733"/>
                  <a:pt x="1149291" y="1980772"/>
                </a:cubicBezTo>
                <a:cubicBezTo>
                  <a:pt x="1160518" y="1981887"/>
                  <a:pt x="1193038" y="1938239"/>
                  <a:pt x="1177402" y="1932416"/>
                </a:cubicBezTo>
                <a:cubicBezTo>
                  <a:pt x="1144347" y="1920103"/>
                  <a:pt x="1033761" y="1901929"/>
                  <a:pt x="962784" y="1891601"/>
                </a:cubicBezTo>
                <a:cubicBezTo>
                  <a:pt x="975496" y="1886372"/>
                  <a:pt x="989681" y="1880114"/>
                  <a:pt x="1005359" y="1872522"/>
                </a:cubicBezTo>
                <a:cubicBezTo>
                  <a:pt x="1036295" y="1857479"/>
                  <a:pt x="1073130" y="1837251"/>
                  <a:pt x="1114490" y="1808400"/>
                </a:cubicBezTo>
                <a:cubicBezTo>
                  <a:pt x="1155765" y="1779517"/>
                  <a:pt x="1201676" y="1741932"/>
                  <a:pt x="1248262" y="1691522"/>
                </a:cubicBezTo>
                <a:cubicBezTo>
                  <a:pt x="1294708" y="1641147"/>
                  <a:pt x="1341936" y="1577762"/>
                  <a:pt x="1381993" y="1498202"/>
                </a:cubicBezTo>
                <a:cubicBezTo>
                  <a:pt x="1401974" y="1458457"/>
                  <a:pt x="1420066" y="1414699"/>
                  <a:pt x="1434800" y="1366899"/>
                </a:cubicBezTo>
                <a:cubicBezTo>
                  <a:pt x="1449521" y="1319112"/>
                  <a:pt x="1460891" y="1267273"/>
                  <a:pt x="1467108" y="1211795"/>
                </a:cubicBezTo>
                <a:cubicBezTo>
                  <a:pt x="1473335" y="1156338"/>
                  <a:pt x="1474378" y="1097235"/>
                  <a:pt x="1468353" y="1035637"/>
                </a:cubicBezTo>
                <a:close/>
                <a:moveTo>
                  <a:pt x="657470" y="468011"/>
                </a:moveTo>
                <a:cubicBezTo>
                  <a:pt x="668809" y="518019"/>
                  <a:pt x="672290" y="573271"/>
                  <a:pt x="664290" y="630363"/>
                </a:cubicBezTo>
                <a:cubicBezTo>
                  <a:pt x="660288" y="658869"/>
                  <a:pt x="653410" y="687796"/>
                  <a:pt x="643109" y="716291"/>
                </a:cubicBezTo>
                <a:cubicBezTo>
                  <a:pt x="632812" y="744762"/>
                  <a:pt x="619079" y="772835"/>
                  <a:pt x="601330" y="799008"/>
                </a:cubicBezTo>
                <a:cubicBezTo>
                  <a:pt x="583602" y="825024"/>
                  <a:pt x="561663" y="849744"/>
                  <a:pt x="535891" y="869636"/>
                </a:cubicBezTo>
                <a:cubicBezTo>
                  <a:pt x="510122" y="889551"/>
                  <a:pt x="479957" y="904574"/>
                  <a:pt x="447076" y="910890"/>
                </a:cubicBezTo>
                <a:cubicBezTo>
                  <a:pt x="429867" y="914226"/>
                  <a:pt x="411480" y="915327"/>
                  <a:pt x="392634" y="913554"/>
                </a:cubicBezTo>
                <a:cubicBezTo>
                  <a:pt x="373792" y="911805"/>
                  <a:pt x="354511" y="907204"/>
                  <a:pt x="335734" y="899674"/>
                </a:cubicBezTo>
                <a:cubicBezTo>
                  <a:pt x="298169" y="884703"/>
                  <a:pt x="262737" y="857740"/>
                  <a:pt x="236879" y="822367"/>
                </a:cubicBezTo>
                <a:cubicBezTo>
                  <a:pt x="210901" y="787151"/>
                  <a:pt x="194935" y="743445"/>
                  <a:pt x="193937" y="699033"/>
                </a:cubicBezTo>
                <a:cubicBezTo>
                  <a:pt x="193351" y="676857"/>
                  <a:pt x="196382" y="654620"/>
                  <a:pt x="202592" y="633364"/>
                </a:cubicBezTo>
                <a:cubicBezTo>
                  <a:pt x="208778" y="612090"/>
                  <a:pt x="218112" y="591815"/>
                  <a:pt x="229599" y="573096"/>
                </a:cubicBezTo>
                <a:cubicBezTo>
                  <a:pt x="252632" y="535548"/>
                  <a:pt x="283846" y="504454"/>
                  <a:pt x="316192" y="479223"/>
                </a:cubicBezTo>
                <a:cubicBezTo>
                  <a:pt x="348637" y="453945"/>
                  <a:pt x="382409" y="434190"/>
                  <a:pt x="413764" y="418403"/>
                </a:cubicBezTo>
                <a:cubicBezTo>
                  <a:pt x="476700" y="386932"/>
                  <a:pt x="530758" y="372993"/>
                  <a:pt x="560583" y="366553"/>
                </a:cubicBezTo>
                <a:cubicBezTo>
                  <a:pt x="575445" y="363375"/>
                  <a:pt x="594232" y="360076"/>
                  <a:pt x="616411" y="357624"/>
                </a:cubicBezTo>
                <a:cubicBezTo>
                  <a:pt x="633981" y="390714"/>
                  <a:pt x="648307" y="427644"/>
                  <a:pt x="657470" y="468011"/>
                </a:cubicBezTo>
                <a:close/>
              </a:path>
            </a:pathLst>
          </a:custGeom>
          <a:solidFill>
            <a:schemeClr val="accent3"/>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lbert Sans Light"/>
              <a:ea typeface="Albert Sans Light"/>
              <a:cs typeface="Albert Sans Light"/>
              <a:sym typeface="Albert Sans Light"/>
            </a:endParaRPr>
          </a:p>
        </p:txBody>
      </p:sp>
      <p:sp>
        <p:nvSpPr>
          <p:cNvPr id="186" name="Google Shape;186;p40"/>
          <p:cNvSpPr txBox="1"/>
          <p:nvPr/>
        </p:nvSpPr>
        <p:spPr>
          <a:xfrm>
            <a:off x="3901915" y="1073837"/>
            <a:ext cx="4186237" cy="623248"/>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id" sz="3600">
                <a:solidFill>
                  <a:srgbClr val="0C0C0C"/>
                </a:solidFill>
                <a:latin typeface="Boldonse"/>
                <a:ea typeface="Boldonse"/>
                <a:cs typeface="Boldonse"/>
                <a:sym typeface="Boldonse"/>
              </a:rPr>
              <a:t>of molecules</a:t>
            </a:r>
            <a:endParaRPr sz="1100"/>
          </a:p>
        </p:txBody>
      </p:sp>
      <p:grpSp>
        <p:nvGrpSpPr>
          <p:cNvPr id="187" name="Google Shape;187;p40"/>
          <p:cNvGrpSpPr/>
          <p:nvPr/>
        </p:nvGrpSpPr>
        <p:grpSpPr>
          <a:xfrm rot="-317147">
            <a:off x="3139348" y="991650"/>
            <a:ext cx="976375" cy="457027"/>
            <a:chOff x="7799892" y="1039334"/>
            <a:chExt cx="1301834" cy="609370"/>
          </a:xfrm>
        </p:grpSpPr>
        <p:sp>
          <p:nvSpPr>
            <p:cNvPr id="188" name="Google Shape;188;p40"/>
            <p:cNvSpPr/>
            <p:nvPr/>
          </p:nvSpPr>
          <p:spPr>
            <a:xfrm>
              <a:off x="7799892" y="1039334"/>
              <a:ext cx="1301834" cy="609370"/>
            </a:xfrm>
            <a:custGeom>
              <a:rect b="b" l="l" r="r" t="t"/>
              <a:pathLst>
                <a:path extrusionOk="0" h="617424" w="1319039">
                  <a:moveTo>
                    <a:pt x="1319039" y="308582"/>
                  </a:moveTo>
                  <a:cubicBezTo>
                    <a:pt x="1319039" y="280508"/>
                    <a:pt x="1287034" y="254187"/>
                    <a:pt x="1231113" y="231502"/>
                  </a:cubicBezTo>
                  <a:cubicBezTo>
                    <a:pt x="1287031" y="208816"/>
                    <a:pt x="1319039" y="182495"/>
                    <a:pt x="1319039" y="154421"/>
                  </a:cubicBezTo>
                  <a:cubicBezTo>
                    <a:pt x="1319039" y="69137"/>
                    <a:pt x="1023763" y="0"/>
                    <a:pt x="659520" y="0"/>
                  </a:cubicBezTo>
                  <a:cubicBezTo>
                    <a:pt x="295277" y="0"/>
                    <a:pt x="0" y="69137"/>
                    <a:pt x="0" y="154421"/>
                  </a:cubicBezTo>
                  <a:cubicBezTo>
                    <a:pt x="0" y="182495"/>
                    <a:pt x="32006" y="208816"/>
                    <a:pt x="87926" y="231502"/>
                  </a:cubicBezTo>
                  <a:cubicBezTo>
                    <a:pt x="32006" y="254187"/>
                    <a:pt x="0" y="280508"/>
                    <a:pt x="0" y="308582"/>
                  </a:cubicBezTo>
                  <a:cubicBezTo>
                    <a:pt x="0" y="336710"/>
                    <a:pt x="32136" y="363078"/>
                    <a:pt x="88254" y="385793"/>
                  </a:cubicBezTo>
                  <a:cubicBezTo>
                    <a:pt x="32136" y="408508"/>
                    <a:pt x="0" y="434875"/>
                    <a:pt x="0" y="463003"/>
                  </a:cubicBezTo>
                  <a:cubicBezTo>
                    <a:pt x="0" y="548288"/>
                    <a:pt x="295277" y="617424"/>
                    <a:pt x="659520" y="617424"/>
                  </a:cubicBezTo>
                  <a:cubicBezTo>
                    <a:pt x="1023763" y="617424"/>
                    <a:pt x="1319039" y="548288"/>
                    <a:pt x="1319039" y="463003"/>
                  </a:cubicBezTo>
                  <a:cubicBezTo>
                    <a:pt x="1319039" y="434875"/>
                    <a:pt x="1286904" y="408508"/>
                    <a:pt x="1230785" y="385793"/>
                  </a:cubicBezTo>
                  <a:cubicBezTo>
                    <a:pt x="1286904" y="363080"/>
                    <a:pt x="1319039" y="336710"/>
                    <a:pt x="1319039" y="308582"/>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lbert Sans Light"/>
                <a:ea typeface="Albert Sans Light"/>
                <a:cs typeface="Albert Sans Light"/>
                <a:sym typeface="Albert Sans Light"/>
              </a:endParaRPr>
            </a:p>
          </p:txBody>
        </p:sp>
        <p:sp>
          <p:nvSpPr>
            <p:cNvPr id="189" name="Google Shape;189;p40"/>
            <p:cNvSpPr txBox="1"/>
            <p:nvPr/>
          </p:nvSpPr>
          <p:spPr>
            <a:xfrm>
              <a:off x="7820451" y="1156499"/>
              <a:ext cx="1252800" cy="379500"/>
            </a:xfrm>
            <a:prstGeom prst="rect">
              <a:avLst/>
            </a:prstGeom>
            <a:noFill/>
            <a:ln>
              <a:noFill/>
            </a:ln>
          </p:spPr>
          <p:txBody>
            <a:bodyPr anchorCtr="0" anchor="t" bIns="34275" lIns="68575" spcFirstLastPara="1" rIns="68575" wrap="square" tIns="34275">
              <a:spAutoFit/>
            </a:bodyPr>
            <a:lstStyle/>
            <a:p>
              <a:pPr indent="0" lvl="0" marL="0" marR="0" rtl="0" algn="ctr">
                <a:lnSpc>
                  <a:spcPct val="150000"/>
                </a:lnSpc>
                <a:spcBef>
                  <a:spcPts val="0"/>
                </a:spcBef>
                <a:spcAft>
                  <a:spcPts val="0"/>
                </a:spcAft>
                <a:buNone/>
              </a:pPr>
              <a:r>
                <a:rPr lang="id" sz="1400">
                  <a:solidFill>
                    <a:schemeClr val="accent6"/>
                  </a:solidFill>
                  <a:latin typeface="Boldonse"/>
                  <a:ea typeface="Boldonse"/>
                  <a:cs typeface="Boldonse"/>
                  <a:sym typeface="Boldonse"/>
                </a:rPr>
                <a:t>made</a:t>
              </a:r>
              <a:endParaRPr sz="1400">
                <a:solidFill>
                  <a:schemeClr val="accent6"/>
                </a:solidFill>
                <a:latin typeface="Boldonse"/>
                <a:ea typeface="Boldonse"/>
                <a:cs typeface="Boldonse"/>
                <a:sym typeface="Boldonse"/>
              </a:endParaRPr>
            </a:p>
          </p:txBody>
        </p:sp>
      </p:grpSp>
      <p:pic>
        <p:nvPicPr>
          <p:cNvPr id="190" name="Google Shape;190;p40"/>
          <p:cNvPicPr preferRelativeResize="0"/>
          <p:nvPr/>
        </p:nvPicPr>
        <p:blipFill rotWithShape="1">
          <a:blip r:embed="rId3">
            <a:alphaModFix/>
          </a:blip>
          <a:srcRect b="0" l="21875" r="21874" t="0"/>
          <a:stretch/>
        </p:blipFill>
        <p:spPr>
          <a:xfrm>
            <a:off x="800100" y="2000250"/>
            <a:ext cx="2514600" cy="2514600"/>
          </a:xfrm>
          <a:custGeom>
            <a:rect b="b" l="l" r="r" t="t"/>
            <a:pathLst>
              <a:path extrusionOk="0" h="3352800" w="3352800">
                <a:moveTo>
                  <a:pt x="1676400" y="0"/>
                </a:moveTo>
                <a:cubicBezTo>
                  <a:pt x="2602250" y="0"/>
                  <a:pt x="3352800" y="750550"/>
                  <a:pt x="3352800" y="1676400"/>
                </a:cubicBezTo>
                <a:cubicBezTo>
                  <a:pt x="3352800" y="2602250"/>
                  <a:pt x="2602250" y="3352800"/>
                  <a:pt x="1676400" y="3352800"/>
                </a:cubicBezTo>
                <a:cubicBezTo>
                  <a:pt x="750550" y="3352800"/>
                  <a:pt x="0" y="2602250"/>
                  <a:pt x="0" y="1676400"/>
                </a:cubicBezTo>
                <a:cubicBezTo>
                  <a:pt x="0" y="750550"/>
                  <a:pt x="750550" y="0"/>
                  <a:pt x="1676400" y="0"/>
                </a:cubicBezTo>
                <a:close/>
              </a:path>
            </a:pathLst>
          </a:custGeom>
          <a:noFill/>
          <a:ln>
            <a:noFill/>
          </a:ln>
        </p:spPr>
      </p:pic>
      <p:pic>
        <p:nvPicPr>
          <p:cNvPr id="191" name="Google Shape;191;p40"/>
          <p:cNvPicPr preferRelativeResize="0"/>
          <p:nvPr/>
        </p:nvPicPr>
        <p:blipFill rotWithShape="1">
          <a:blip r:embed="rId3">
            <a:alphaModFix/>
          </a:blip>
          <a:srcRect b="0" l="21875" r="21874" t="0"/>
          <a:stretch/>
        </p:blipFill>
        <p:spPr>
          <a:xfrm>
            <a:off x="3314700" y="2000250"/>
            <a:ext cx="2514600" cy="2514600"/>
          </a:xfrm>
          <a:custGeom>
            <a:rect b="b" l="l" r="r" t="t"/>
            <a:pathLst>
              <a:path extrusionOk="0" h="3352800" w="3352800">
                <a:moveTo>
                  <a:pt x="1676400" y="0"/>
                </a:moveTo>
                <a:cubicBezTo>
                  <a:pt x="2602250" y="0"/>
                  <a:pt x="3352800" y="750550"/>
                  <a:pt x="3352800" y="1676400"/>
                </a:cubicBezTo>
                <a:cubicBezTo>
                  <a:pt x="3352800" y="2602250"/>
                  <a:pt x="2602250" y="3352800"/>
                  <a:pt x="1676400" y="3352800"/>
                </a:cubicBezTo>
                <a:cubicBezTo>
                  <a:pt x="750550" y="3352800"/>
                  <a:pt x="0" y="2602250"/>
                  <a:pt x="0" y="1676400"/>
                </a:cubicBezTo>
                <a:cubicBezTo>
                  <a:pt x="0" y="750550"/>
                  <a:pt x="750550" y="0"/>
                  <a:pt x="1676400" y="0"/>
                </a:cubicBezTo>
                <a:close/>
              </a:path>
            </a:pathLst>
          </a:custGeom>
          <a:noFill/>
          <a:ln>
            <a:noFill/>
          </a:ln>
        </p:spPr>
      </p:pic>
      <p:pic>
        <p:nvPicPr>
          <p:cNvPr id="192" name="Google Shape;192;p40"/>
          <p:cNvPicPr preferRelativeResize="0"/>
          <p:nvPr/>
        </p:nvPicPr>
        <p:blipFill rotWithShape="1">
          <a:blip r:embed="rId3">
            <a:alphaModFix/>
          </a:blip>
          <a:srcRect b="0" l="21875" r="21874" t="0"/>
          <a:stretch/>
        </p:blipFill>
        <p:spPr>
          <a:xfrm>
            <a:off x="5829300" y="2000250"/>
            <a:ext cx="2514600" cy="2514600"/>
          </a:xfrm>
          <a:custGeom>
            <a:rect b="b" l="l" r="r" t="t"/>
            <a:pathLst>
              <a:path extrusionOk="0" h="3352800" w="3352800">
                <a:moveTo>
                  <a:pt x="1676400" y="0"/>
                </a:moveTo>
                <a:cubicBezTo>
                  <a:pt x="2602250" y="0"/>
                  <a:pt x="3352800" y="750550"/>
                  <a:pt x="3352800" y="1676400"/>
                </a:cubicBezTo>
                <a:cubicBezTo>
                  <a:pt x="3352800" y="2602250"/>
                  <a:pt x="2602250" y="3352800"/>
                  <a:pt x="1676400" y="3352800"/>
                </a:cubicBezTo>
                <a:cubicBezTo>
                  <a:pt x="750550" y="3352800"/>
                  <a:pt x="0" y="2602250"/>
                  <a:pt x="0" y="1676400"/>
                </a:cubicBezTo>
                <a:cubicBezTo>
                  <a:pt x="0" y="750550"/>
                  <a:pt x="750550" y="0"/>
                  <a:pt x="1676400" y="0"/>
                </a:cubicBezTo>
                <a:close/>
              </a:path>
            </a:pathLst>
          </a:cu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41"/>
          <p:cNvSpPr/>
          <p:nvPr/>
        </p:nvSpPr>
        <p:spPr>
          <a:xfrm>
            <a:off x="0" y="1691857"/>
            <a:ext cx="4804172" cy="705776"/>
          </a:xfrm>
          <a:custGeom>
            <a:rect b="b" l="l" r="r" t="t"/>
            <a:pathLst>
              <a:path extrusionOk="0" h="941034" w="6405563">
                <a:moveTo>
                  <a:pt x="0" y="0"/>
                </a:moveTo>
                <a:lnTo>
                  <a:pt x="4654550" y="0"/>
                </a:lnTo>
                <a:lnTo>
                  <a:pt x="4654550" y="3"/>
                </a:lnTo>
                <a:lnTo>
                  <a:pt x="6375063" y="3"/>
                </a:lnTo>
                <a:cubicBezTo>
                  <a:pt x="6391837" y="3"/>
                  <a:pt x="6405563" y="13729"/>
                  <a:pt x="6405563" y="30503"/>
                </a:cubicBezTo>
                <a:lnTo>
                  <a:pt x="6405563" y="135588"/>
                </a:lnTo>
                <a:cubicBezTo>
                  <a:pt x="6405563" y="222953"/>
                  <a:pt x="6347946" y="297482"/>
                  <a:pt x="6268845" y="323150"/>
                </a:cubicBezTo>
                <a:cubicBezTo>
                  <a:pt x="6344900" y="328227"/>
                  <a:pt x="6405563" y="391994"/>
                  <a:pt x="6405563" y="469278"/>
                </a:cubicBezTo>
                <a:cubicBezTo>
                  <a:pt x="6405563" y="549005"/>
                  <a:pt x="6341002" y="614348"/>
                  <a:pt x="6261583" y="615706"/>
                </a:cubicBezTo>
                <a:cubicBezTo>
                  <a:pt x="6344392" y="639057"/>
                  <a:pt x="6405563" y="715431"/>
                  <a:pt x="6405563" y="805449"/>
                </a:cubicBezTo>
                <a:lnTo>
                  <a:pt x="6405563" y="910532"/>
                </a:lnTo>
                <a:cubicBezTo>
                  <a:pt x="6405563" y="927308"/>
                  <a:pt x="6391837" y="941034"/>
                  <a:pt x="6375063" y="941034"/>
                </a:cubicBezTo>
                <a:lnTo>
                  <a:pt x="4419574" y="941034"/>
                </a:lnTo>
                <a:lnTo>
                  <a:pt x="4419563" y="941029"/>
                </a:lnTo>
                <a:lnTo>
                  <a:pt x="0" y="941029"/>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lbert Sans Light"/>
              <a:ea typeface="Albert Sans Light"/>
              <a:cs typeface="Albert Sans Light"/>
              <a:sym typeface="Albert Sans Light"/>
            </a:endParaRPr>
          </a:p>
        </p:txBody>
      </p:sp>
      <p:sp>
        <p:nvSpPr>
          <p:cNvPr id="198" name="Google Shape;198;p41"/>
          <p:cNvSpPr txBox="1"/>
          <p:nvPr/>
        </p:nvSpPr>
        <p:spPr>
          <a:xfrm>
            <a:off x="800100" y="1884002"/>
            <a:ext cx="2825166" cy="3924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id" sz="2100">
                <a:solidFill>
                  <a:schemeClr val="accent6"/>
                </a:solidFill>
                <a:latin typeface="Boldonse"/>
                <a:ea typeface="Boldonse"/>
                <a:cs typeface="Boldonse"/>
                <a:sym typeface="Boldonse"/>
              </a:rPr>
              <a:t>Study of matter</a:t>
            </a:r>
            <a:endParaRPr sz="1100"/>
          </a:p>
        </p:txBody>
      </p:sp>
      <p:sp>
        <p:nvSpPr>
          <p:cNvPr id="199" name="Google Shape;199;p41"/>
          <p:cNvSpPr txBox="1"/>
          <p:nvPr/>
        </p:nvSpPr>
        <p:spPr>
          <a:xfrm>
            <a:off x="4985393" y="1834479"/>
            <a:ext cx="2558400" cy="415500"/>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id" sz="900">
                <a:solidFill>
                  <a:srgbClr val="595959"/>
                </a:solidFill>
                <a:latin typeface="Albert Sans Light"/>
                <a:ea typeface="Albert Sans Light"/>
                <a:cs typeface="Albert Sans Light"/>
                <a:sym typeface="Albert Sans Light"/>
              </a:rPr>
              <a:t>Lorem ipsum dolor sit amet, consectetuer adipiscing elit. Aenean commodo ligula eget</a:t>
            </a:r>
            <a:endParaRPr sz="900">
              <a:solidFill>
                <a:srgbClr val="595959"/>
              </a:solidFill>
              <a:latin typeface="Albert Sans Light"/>
              <a:ea typeface="Albert Sans Light"/>
              <a:cs typeface="Albert Sans Light"/>
              <a:sym typeface="Albert Sans Light"/>
            </a:endParaRPr>
          </a:p>
        </p:txBody>
      </p:sp>
      <p:sp>
        <p:nvSpPr>
          <p:cNvPr id="200" name="Google Shape;200;p41"/>
          <p:cNvSpPr txBox="1"/>
          <p:nvPr/>
        </p:nvSpPr>
        <p:spPr>
          <a:xfrm>
            <a:off x="800100" y="632123"/>
            <a:ext cx="7543800" cy="560923"/>
          </a:xfrm>
          <a:prstGeom prst="rect">
            <a:avLst/>
          </a:prstGeom>
          <a:noFill/>
          <a:ln>
            <a:noFill/>
          </a:ln>
        </p:spPr>
        <p:txBody>
          <a:bodyPr anchorCtr="0" anchor="t" bIns="34275" lIns="68575" spcFirstLastPara="1" rIns="68575" wrap="square" tIns="34275">
            <a:spAutoFit/>
          </a:bodyPr>
          <a:lstStyle/>
          <a:p>
            <a:pPr indent="0" lvl="0" marL="0" marR="0" rtl="0" algn="l">
              <a:lnSpc>
                <a:spcPct val="130000"/>
              </a:lnSpc>
              <a:spcBef>
                <a:spcPts val="0"/>
              </a:spcBef>
              <a:spcAft>
                <a:spcPts val="0"/>
              </a:spcAft>
              <a:buNone/>
            </a:pPr>
            <a:r>
              <a:rPr lang="id" sz="2700">
                <a:solidFill>
                  <a:srgbClr val="0C0C0C"/>
                </a:solidFill>
                <a:latin typeface="Boldonse"/>
                <a:ea typeface="Boldonse"/>
                <a:cs typeface="Boldonse"/>
                <a:sym typeface="Boldonse"/>
              </a:rPr>
              <a:t>Role of chemistry in our lives</a:t>
            </a:r>
            <a:endParaRPr sz="2700">
              <a:solidFill>
                <a:schemeClr val="accent1"/>
              </a:solidFill>
              <a:latin typeface="Boldonse"/>
              <a:ea typeface="Boldonse"/>
              <a:cs typeface="Boldonse"/>
              <a:sym typeface="Boldonse"/>
            </a:endParaRPr>
          </a:p>
        </p:txBody>
      </p:sp>
      <p:sp>
        <p:nvSpPr>
          <p:cNvPr id="201" name="Google Shape;201;p41"/>
          <p:cNvSpPr/>
          <p:nvPr/>
        </p:nvSpPr>
        <p:spPr>
          <a:xfrm>
            <a:off x="-1" y="2397628"/>
            <a:ext cx="3992806" cy="705776"/>
          </a:xfrm>
          <a:custGeom>
            <a:rect b="b" l="l" r="r" t="t"/>
            <a:pathLst>
              <a:path extrusionOk="0" h="941034" w="5323742">
                <a:moveTo>
                  <a:pt x="0" y="0"/>
                </a:moveTo>
                <a:lnTo>
                  <a:pt x="3559851" y="0"/>
                </a:lnTo>
                <a:lnTo>
                  <a:pt x="3559851" y="3"/>
                </a:lnTo>
                <a:lnTo>
                  <a:pt x="5293242" y="3"/>
                </a:lnTo>
                <a:cubicBezTo>
                  <a:pt x="5310016" y="3"/>
                  <a:pt x="5323742" y="13729"/>
                  <a:pt x="5323742" y="30503"/>
                </a:cubicBezTo>
                <a:lnTo>
                  <a:pt x="5323742" y="135588"/>
                </a:lnTo>
                <a:cubicBezTo>
                  <a:pt x="5323742" y="222953"/>
                  <a:pt x="5266125" y="297482"/>
                  <a:pt x="5187024" y="323150"/>
                </a:cubicBezTo>
                <a:cubicBezTo>
                  <a:pt x="5263079" y="328227"/>
                  <a:pt x="5323742" y="391994"/>
                  <a:pt x="5323742" y="469278"/>
                </a:cubicBezTo>
                <a:cubicBezTo>
                  <a:pt x="5323742" y="549005"/>
                  <a:pt x="5259181" y="614348"/>
                  <a:pt x="5179762" y="615706"/>
                </a:cubicBezTo>
                <a:cubicBezTo>
                  <a:pt x="5262571" y="639057"/>
                  <a:pt x="5323742" y="715431"/>
                  <a:pt x="5323742" y="805449"/>
                </a:cubicBezTo>
                <a:lnTo>
                  <a:pt x="5323742" y="910532"/>
                </a:lnTo>
                <a:cubicBezTo>
                  <a:pt x="5323742" y="927308"/>
                  <a:pt x="5310016" y="941034"/>
                  <a:pt x="5293242" y="941034"/>
                </a:cubicBezTo>
                <a:lnTo>
                  <a:pt x="3337752" y="941034"/>
                </a:lnTo>
                <a:lnTo>
                  <a:pt x="3337742" y="941029"/>
                </a:lnTo>
                <a:lnTo>
                  <a:pt x="0" y="941029"/>
                </a:lnTo>
                <a:close/>
              </a:path>
            </a:pathLst>
          </a:custGeom>
          <a:solidFill>
            <a:schemeClr val="accent3"/>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lbert Sans Light"/>
              <a:ea typeface="Albert Sans Light"/>
              <a:cs typeface="Albert Sans Light"/>
              <a:sym typeface="Albert Sans Light"/>
            </a:endParaRPr>
          </a:p>
        </p:txBody>
      </p:sp>
      <p:sp>
        <p:nvSpPr>
          <p:cNvPr id="202" name="Google Shape;202;p41"/>
          <p:cNvSpPr txBox="1"/>
          <p:nvPr/>
        </p:nvSpPr>
        <p:spPr>
          <a:xfrm>
            <a:off x="800100" y="2589773"/>
            <a:ext cx="2004141" cy="3924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id" sz="2100">
                <a:solidFill>
                  <a:schemeClr val="accent6"/>
                </a:solidFill>
                <a:latin typeface="Boldonse"/>
                <a:ea typeface="Boldonse"/>
                <a:cs typeface="Boldonse"/>
                <a:sym typeface="Boldonse"/>
              </a:rPr>
              <a:t>Part of life</a:t>
            </a:r>
            <a:endParaRPr sz="1100"/>
          </a:p>
        </p:txBody>
      </p:sp>
      <p:sp>
        <p:nvSpPr>
          <p:cNvPr id="203" name="Google Shape;203;p41"/>
          <p:cNvSpPr/>
          <p:nvPr/>
        </p:nvSpPr>
        <p:spPr>
          <a:xfrm>
            <a:off x="-1" y="3103250"/>
            <a:ext cx="4886275" cy="705776"/>
          </a:xfrm>
          <a:custGeom>
            <a:rect b="b" l="l" r="r" t="t"/>
            <a:pathLst>
              <a:path extrusionOk="0" h="941034" w="6515033">
                <a:moveTo>
                  <a:pt x="0" y="0"/>
                </a:moveTo>
                <a:lnTo>
                  <a:pt x="4865885" y="0"/>
                </a:lnTo>
                <a:lnTo>
                  <a:pt x="4865885" y="3"/>
                </a:lnTo>
                <a:lnTo>
                  <a:pt x="6484533" y="3"/>
                </a:lnTo>
                <a:cubicBezTo>
                  <a:pt x="6501307" y="3"/>
                  <a:pt x="6515033" y="13729"/>
                  <a:pt x="6515033" y="30503"/>
                </a:cubicBezTo>
                <a:lnTo>
                  <a:pt x="6515033" y="135588"/>
                </a:lnTo>
                <a:cubicBezTo>
                  <a:pt x="6515033" y="222953"/>
                  <a:pt x="6457416" y="297483"/>
                  <a:pt x="6378315" y="323150"/>
                </a:cubicBezTo>
                <a:cubicBezTo>
                  <a:pt x="6454370" y="328227"/>
                  <a:pt x="6515033" y="391994"/>
                  <a:pt x="6515033" y="469278"/>
                </a:cubicBezTo>
                <a:cubicBezTo>
                  <a:pt x="6515033" y="549005"/>
                  <a:pt x="6450472" y="614348"/>
                  <a:pt x="6371053" y="615706"/>
                </a:cubicBezTo>
                <a:cubicBezTo>
                  <a:pt x="6453862" y="639057"/>
                  <a:pt x="6515033" y="715431"/>
                  <a:pt x="6515033" y="805449"/>
                </a:cubicBezTo>
                <a:lnTo>
                  <a:pt x="6515033" y="910532"/>
                </a:lnTo>
                <a:cubicBezTo>
                  <a:pt x="6515033" y="927308"/>
                  <a:pt x="6501307" y="941034"/>
                  <a:pt x="6484533" y="941034"/>
                </a:cubicBezTo>
                <a:lnTo>
                  <a:pt x="4529044" y="941034"/>
                </a:lnTo>
                <a:lnTo>
                  <a:pt x="4529033" y="941029"/>
                </a:lnTo>
                <a:lnTo>
                  <a:pt x="0" y="941029"/>
                </a:lnTo>
                <a:close/>
              </a:path>
            </a:pathLst>
          </a:custGeom>
          <a:solidFill>
            <a:schemeClr val="accent4"/>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lbert Sans Light"/>
              <a:ea typeface="Albert Sans Light"/>
              <a:cs typeface="Albert Sans Light"/>
              <a:sym typeface="Albert Sans Light"/>
            </a:endParaRPr>
          </a:p>
        </p:txBody>
      </p:sp>
      <p:sp>
        <p:nvSpPr>
          <p:cNvPr id="204" name="Google Shape;204;p41"/>
          <p:cNvSpPr txBox="1"/>
          <p:nvPr/>
        </p:nvSpPr>
        <p:spPr>
          <a:xfrm>
            <a:off x="800100" y="3295395"/>
            <a:ext cx="2955563" cy="3924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id" sz="2100">
                <a:solidFill>
                  <a:schemeClr val="accent6"/>
                </a:solidFill>
                <a:latin typeface="Boldonse"/>
                <a:ea typeface="Boldonse"/>
                <a:cs typeface="Boldonse"/>
                <a:sym typeface="Boldonse"/>
              </a:rPr>
              <a:t>Solves problems</a:t>
            </a:r>
            <a:endParaRPr sz="2100">
              <a:solidFill>
                <a:schemeClr val="accent6"/>
              </a:solidFill>
              <a:latin typeface="Boldonse"/>
              <a:ea typeface="Boldonse"/>
              <a:cs typeface="Boldonse"/>
              <a:sym typeface="Boldonse"/>
            </a:endParaRPr>
          </a:p>
        </p:txBody>
      </p:sp>
      <p:sp>
        <p:nvSpPr>
          <p:cNvPr id="205" name="Google Shape;205;p41"/>
          <p:cNvSpPr/>
          <p:nvPr/>
        </p:nvSpPr>
        <p:spPr>
          <a:xfrm>
            <a:off x="0" y="3809172"/>
            <a:ext cx="5093948" cy="705775"/>
          </a:xfrm>
          <a:custGeom>
            <a:rect b="b" l="l" r="r" t="t"/>
            <a:pathLst>
              <a:path extrusionOk="0" h="941034" w="6791930">
                <a:moveTo>
                  <a:pt x="0" y="0"/>
                </a:moveTo>
                <a:lnTo>
                  <a:pt x="5046186" y="0"/>
                </a:lnTo>
                <a:lnTo>
                  <a:pt x="5046186" y="3"/>
                </a:lnTo>
                <a:lnTo>
                  <a:pt x="6761430" y="3"/>
                </a:lnTo>
                <a:cubicBezTo>
                  <a:pt x="6778204" y="3"/>
                  <a:pt x="6791930" y="13729"/>
                  <a:pt x="6791930" y="30504"/>
                </a:cubicBezTo>
                <a:lnTo>
                  <a:pt x="6791930" y="135588"/>
                </a:lnTo>
                <a:cubicBezTo>
                  <a:pt x="6791930" y="222953"/>
                  <a:pt x="6734313" y="297483"/>
                  <a:pt x="6655212" y="323150"/>
                </a:cubicBezTo>
                <a:cubicBezTo>
                  <a:pt x="6731267" y="328227"/>
                  <a:pt x="6791930" y="391994"/>
                  <a:pt x="6791930" y="469278"/>
                </a:cubicBezTo>
                <a:cubicBezTo>
                  <a:pt x="6791930" y="549005"/>
                  <a:pt x="6727369" y="614348"/>
                  <a:pt x="6647950" y="615706"/>
                </a:cubicBezTo>
                <a:cubicBezTo>
                  <a:pt x="6730759" y="639057"/>
                  <a:pt x="6791930" y="715431"/>
                  <a:pt x="6791930" y="805449"/>
                </a:cubicBezTo>
                <a:lnTo>
                  <a:pt x="6791930" y="910532"/>
                </a:lnTo>
                <a:cubicBezTo>
                  <a:pt x="6791930" y="927308"/>
                  <a:pt x="6778204" y="941034"/>
                  <a:pt x="6761430" y="941034"/>
                </a:cubicBezTo>
                <a:lnTo>
                  <a:pt x="4805941" y="941034"/>
                </a:lnTo>
                <a:lnTo>
                  <a:pt x="4805930" y="941029"/>
                </a:lnTo>
                <a:lnTo>
                  <a:pt x="0" y="941029"/>
                </a:lnTo>
                <a:close/>
              </a:path>
            </a:pathLst>
          </a:custGeom>
          <a:solidFill>
            <a:schemeClr val="accent5"/>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lbert Sans Light"/>
              <a:ea typeface="Albert Sans Light"/>
              <a:cs typeface="Albert Sans Light"/>
              <a:sym typeface="Albert Sans Light"/>
            </a:endParaRPr>
          </a:p>
        </p:txBody>
      </p:sp>
      <p:sp>
        <p:nvSpPr>
          <p:cNvPr id="206" name="Google Shape;206;p41"/>
          <p:cNvSpPr txBox="1"/>
          <p:nvPr/>
        </p:nvSpPr>
        <p:spPr>
          <a:xfrm>
            <a:off x="800100" y="4001317"/>
            <a:ext cx="3143917" cy="3924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id" sz="2100">
                <a:solidFill>
                  <a:schemeClr val="accent6"/>
                </a:solidFill>
                <a:latin typeface="Boldonse"/>
                <a:ea typeface="Boldonse"/>
                <a:cs typeface="Boldonse"/>
                <a:sym typeface="Boldonse"/>
              </a:rPr>
              <a:t>Guides decisions</a:t>
            </a:r>
            <a:endParaRPr sz="2100">
              <a:solidFill>
                <a:schemeClr val="accent6"/>
              </a:solidFill>
              <a:latin typeface="Boldonse"/>
              <a:ea typeface="Boldonse"/>
              <a:cs typeface="Boldonse"/>
              <a:sym typeface="Boldonse"/>
            </a:endParaRPr>
          </a:p>
        </p:txBody>
      </p:sp>
      <p:sp>
        <p:nvSpPr>
          <p:cNvPr id="207" name="Google Shape;207;p41"/>
          <p:cNvSpPr txBox="1"/>
          <p:nvPr/>
        </p:nvSpPr>
        <p:spPr>
          <a:xfrm>
            <a:off x="4164365" y="2540251"/>
            <a:ext cx="2558400" cy="415500"/>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id" sz="900">
                <a:solidFill>
                  <a:srgbClr val="595959"/>
                </a:solidFill>
                <a:latin typeface="Albert Sans Light"/>
                <a:ea typeface="Albert Sans Light"/>
                <a:cs typeface="Albert Sans Light"/>
                <a:sym typeface="Albert Sans Light"/>
              </a:rPr>
              <a:t>Lorem ipsum dolor sit amet, consectetuer adipiscing elit. Aenean commodo ligula eget</a:t>
            </a:r>
            <a:endParaRPr sz="900">
              <a:solidFill>
                <a:srgbClr val="595959"/>
              </a:solidFill>
              <a:latin typeface="Albert Sans Light"/>
              <a:ea typeface="Albert Sans Light"/>
              <a:cs typeface="Albert Sans Light"/>
              <a:sym typeface="Albert Sans Light"/>
            </a:endParaRPr>
          </a:p>
        </p:txBody>
      </p:sp>
      <p:sp>
        <p:nvSpPr>
          <p:cNvPr id="208" name="Google Shape;208;p41"/>
          <p:cNvSpPr txBox="1"/>
          <p:nvPr/>
        </p:nvSpPr>
        <p:spPr>
          <a:xfrm>
            <a:off x="5093947" y="3245872"/>
            <a:ext cx="2558400" cy="415500"/>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id" sz="900">
                <a:solidFill>
                  <a:srgbClr val="595959"/>
                </a:solidFill>
                <a:latin typeface="Albert Sans Light"/>
                <a:ea typeface="Albert Sans Light"/>
                <a:cs typeface="Albert Sans Light"/>
                <a:sym typeface="Albert Sans Light"/>
              </a:rPr>
              <a:t>Lorem ipsum dolor sit amet, consectetuer adipiscing elit. Aenean commodo ligula eget</a:t>
            </a:r>
            <a:endParaRPr sz="900">
              <a:solidFill>
                <a:srgbClr val="595959"/>
              </a:solidFill>
              <a:latin typeface="Albert Sans Light"/>
              <a:ea typeface="Albert Sans Light"/>
              <a:cs typeface="Albert Sans Light"/>
              <a:sym typeface="Albert Sans Light"/>
            </a:endParaRPr>
          </a:p>
        </p:txBody>
      </p:sp>
      <p:sp>
        <p:nvSpPr>
          <p:cNvPr id="209" name="Google Shape;209;p41"/>
          <p:cNvSpPr txBox="1"/>
          <p:nvPr/>
        </p:nvSpPr>
        <p:spPr>
          <a:xfrm>
            <a:off x="5343890" y="3951794"/>
            <a:ext cx="2558400" cy="415500"/>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id" sz="900">
                <a:solidFill>
                  <a:srgbClr val="595959"/>
                </a:solidFill>
                <a:latin typeface="Albert Sans Light"/>
                <a:ea typeface="Albert Sans Light"/>
                <a:cs typeface="Albert Sans Light"/>
                <a:sym typeface="Albert Sans Light"/>
              </a:rPr>
              <a:t>Lorem ipsum dolor sit amet, consectetuer adipiscing elit. Aenean commodo ligula eget</a:t>
            </a:r>
            <a:endParaRPr sz="900">
              <a:solidFill>
                <a:srgbClr val="595959"/>
              </a:solidFill>
              <a:latin typeface="Albert Sans Light"/>
              <a:ea typeface="Albert Sans Light"/>
              <a:cs typeface="Albert Sans Light"/>
              <a:sym typeface="Albert Sans Light"/>
            </a:endParaRPr>
          </a:p>
        </p:txBody>
      </p:sp>
      <p:pic>
        <p:nvPicPr>
          <p:cNvPr id="210" name="Google Shape;210;p41"/>
          <p:cNvPicPr preferRelativeResize="0"/>
          <p:nvPr/>
        </p:nvPicPr>
        <p:blipFill rotWithShape="1">
          <a:blip r:embed="rId3">
            <a:alphaModFix/>
          </a:blip>
          <a:srcRect b="0" l="6421" r="6422" t="0"/>
          <a:stretch/>
        </p:blipFill>
        <p:spPr>
          <a:xfrm>
            <a:off x="3625453" y="1785938"/>
            <a:ext cx="802481" cy="517922"/>
          </a:xfrm>
          <a:custGeom>
            <a:rect b="b" l="l" r="r" t="t"/>
            <a:pathLst>
              <a:path extrusionOk="0" h="691702" w="1070480">
                <a:moveTo>
                  <a:pt x="345851" y="0"/>
                </a:moveTo>
                <a:lnTo>
                  <a:pt x="724629" y="0"/>
                </a:lnTo>
                <a:cubicBezTo>
                  <a:pt x="915637" y="0"/>
                  <a:pt x="1070480" y="154843"/>
                  <a:pt x="1070480" y="345851"/>
                </a:cubicBezTo>
                <a:cubicBezTo>
                  <a:pt x="1070480" y="536859"/>
                  <a:pt x="915637" y="691702"/>
                  <a:pt x="724629" y="691702"/>
                </a:cubicBezTo>
                <a:lnTo>
                  <a:pt x="345851" y="691702"/>
                </a:lnTo>
                <a:cubicBezTo>
                  <a:pt x="154843" y="691702"/>
                  <a:pt x="0" y="536859"/>
                  <a:pt x="0" y="345851"/>
                </a:cubicBezTo>
                <a:cubicBezTo>
                  <a:pt x="0" y="154843"/>
                  <a:pt x="154843" y="0"/>
                  <a:pt x="345851" y="0"/>
                </a:cubicBezTo>
                <a:close/>
              </a:path>
            </a:pathLst>
          </a:custGeom>
          <a:noFill/>
          <a:ln>
            <a:noFill/>
          </a:ln>
        </p:spPr>
      </p:pic>
      <p:pic>
        <p:nvPicPr>
          <p:cNvPr id="211" name="Google Shape;211;p41"/>
          <p:cNvPicPr preferRelativeResize="0"/>
          <p:nvPr/>
        </p:nvPicPr>
        <p:blipFill rotWithShape="1">
          <a:blip r:embed="rId3">
            <a:alphaModFix/>
          </a:blip>
          <a:srcRect b="0" l="6522" r="6521" t="0"/>
          <a:stretch/>
        </p:blipFill>
        <p:spPr>
          <a:xfrm>
            <a:off x="3944541" y="3902869"/>
            <a:ext cx="802481" cy="519113"/>
          </a:xfrm>
          <a:custGeom>
            <a:rect b="b" l="l" r="r" t="t"/>
            <a:pathLst>
              <a:path extrusionOk="0" h="691702" w="1070480">
                <a:moveTo>
                  <a:pt x="345851" y="0"/>
                </a:moveTo>
                <a:lnTo>
                  <a:pt x="724629" y="0"/>
                </a:lnTo>
                <a:cubicBezTo>
                  <a:pt x="915637" y="0"/>
                  <a:pt x="1070480" y="154843"/>
                  <a:pt x="1070480" y="345851"/>
                </a:cubicBezTo>
                <a:cubicBezTo>
                  <a:pt x="1070480" y="536859"/>
                  <a:pt x="915637" y="691702"/>
                  <a:pt x="724629" y="691702"/>
                </a:cubicBezTo>
                <a:lnTo>
                  <a:pt x="345851" y="691702"/>
                </a:lnTo>
                <a:cubicBezTo>
                  <a:pt x="154843" y="691702"/>
                  <a:pt x="0" y="536859"/>
                  <a:pt x="0" y="345851"/>
                </a:cubicBezTo>
                <a:cubicBezTo>
                  <a:pt x="0" y="154843"/>
                  <a:pt x="154843" y="0"/>
                  <a:pt x="345851" y="0"/>
                </a:cubicBezTo>
                <a:close/>
              </a:path>
            </a:pathLst>
          </a:custGeom>
          <a:noFill/>
          <a:ln>
            <a:noFill/>
          </a:ln>
        </p:spPr>
      </p:pic>
      <p:pic>
        <p:nvPicPr>
          <p:cNvPr id="212" name="Google Shape;212;p41"/>
          <p:cNvPicPr preferRelativeResize="0"/>
          <p:nvPr/>
        </p:nvPicPr>
        <p:blipFill rotWithShape="1">
          <a:blip r:embed="rId3">
            <a:alphaModFix/>
          </a:blip>
          <a:srcRect b="0" l="6458" r="6458" t="0"/>
          <a:stretch/>
        </p:blipFill>
        <p:spPr>
          <a:xfrm>
            <a:off x="2803922" y="2490788"/>
            <a:ext cx="803672" cy="519113"/>
          </a:xfrm>
          <a:custGeom>
            <a:rect b="b" l="l" r="r" t="t"/>
            <a:pathLst>
              <a:path extrusionOk="0" h="691702" w="1070480">
                <a:moveTo>
                  <a:pt x="345851" y="0"/>
                </a:moveTo>
                <a:lnTo>
                  <a:pt x="724629" y="0"/>
                </a:lnTo>
                <a:cubicBezTo>
                  <a:pt x="915637" y="0"/>
                  <a:pt x="1070480" y="154843"/>
                  <a:pt x="1070480" y="345851"/>
                </a:cubicBezTo>
                <a:cubicBezTo>
                  <a:pt x="1070480" y="536859"/>
                  <a:pt x="915637" y="691702"/>
                  <a:pt x="724629" y="691702"/>
                </a:cubicBezTo>
                <a:lnTo>
                  <a:pt x="345851" y="691702"/>
                </a:lnTo>
                <a:cubicBezTo>
                  <a:pt x="154843" y="691702"/>
                  <a:pt x="0" y="536859"/>
                  <a:pt x="0" y="345851"/>
                </a:cubicBezTo>
                <a:cubicBezTo>
                  <a:pt x="0" y="154843"/>
                  <a:pt x="154843" y="0"/>
                  <a:pt x="345851" y="0"/>
                </a:cubicBezTo>
                <a:close/>
              </a:path>
            </a:pathLst>
          </a:custGeom>
          <a:noFill/>
          <a:ln>
            <a:noFill/>
          </a:ln>
        </p:spPr>
      </p:pic>
      <p:pic>
        <p:nvPicPr>
          <p:cNvPr id="213" name="Google Shape;213;p41"/>
          <p:cNvPicPr preferRelativeResize="0"/>
          <p:nvPr/>
        </p:nvPicPr>
        <p:blipFill rotWithShape="1">
          <a:blip r:embed="rId3">
            <a:alphaModFix/>
          </a:blip>
          <a:srcRect b="0" l="6458" r="6458" t="0"/>
          <a:stretch/>
        </p:blipFill>
        <p:spPr>
          <a:xfrm>
            <a:off x="3755231" y="3196828"/>
            <a:ext cx="803672" cy="519113"/>
          </a:xfrm>
          <a:custGeom>
            <a:rect b="b" l="l" r="r" t="t"/>
            <a:pathLst>
              <a:path extrusionOk="0" h="691702" w="1070480">
                <a:moveTo>
                  <a:pt x="345851" y="0"/>
                </a:moveTo>
                <a:lnTo>
                  <a:pt x="724629" y="0"/>
                </a:lnTo>
                <a:cubicBezTo>
                  <a:pt x="915637" y="0"/>
                  <a:pt x="1070480" y="154843"/>
                  <a:pt x="1070480" y="345851"/>
                </a:cubicBezTo>
                <a:cubicBezTo>
                  <a:pt x="1070480" y="536859"/>
                  <a:pt x="915637" y="691702"/>
                  <a:pt x="724629" y="691702"/>
                </a:cubicBezTo>
                <a:lnTo>
                  <a:pt x="345851" y="691702"/>
                </a:lnTo>
                <a:cubicBezTo>
                  <a:pt x="154843" y="691702"/>
                  <a:pt x="0" y="536859"/>
                  <a:pt x="0" y="345851"/>
                </a:cubicBezTo>
                <a:cubicBezTo>
                  <a:pt x="0" y="154843"/>
                  <a:pt x="154843" y="0"/>
                  <a:pt x="345851" y="0"/>
                </a:cubicBezTo>
                <a:close/>
              </a:path>
            </a:pathLst>
          </a:cu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42"/>
          <p:cNvSpPr/>
          <p:nvPr/>
        </p:nvSpPr>
        <p:spPr>
          <a:xfrm rot="-393073">
            <a:off x="4585555" y="1708010"/>
            <a:ext cx="2371725" cy="2806065"/>
          </a:xfrm>
          <a:prstGeom prst="roundRect">
            <a:avLst>
              <a:gd fmla="val 8715" name="adj"/>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sp>
        <p:nvSpPr>
          <p:cNvPr id="219" name="Google Shape;219;p42"/>
          <p:cNvSpPr/>
          <p:nvPr/>
        </p:nvSpPr>
        <p:spPr>
          <a:xfrm rot="-393073">
            <a:off x="5553471" y="1835944"/>
            <a:ext cx="161583" cy="161583"/>
          </a:xfrm>
          <a:prstGeom prst="ellipse">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sp>
        <p:nvSpPr>
          <p:cNvPr id="220" name="Google Shape;220;p42"/>
          <p:cNvSpPr txBox="1"/>
          <p:nvPr/>
        </p:nvSpPr>
        <p:spPr>
          <a:xfrm rot="-393073">
            <a:off x="5000075" y="2216204"/>
            <a:ext cx="1420396" cy="724814"/>
          </a:xfrm>
          <a:prstGeom prst="rect">
            <a:avLst/>
          </a:prstGeom>
          <a:noFill/>
          <a:ln>
            <a:noFill/>
          </a:ln>
        </p:spPr>
        <p:txBody>
          <a:bodyPr anchorCtr="0" anchor="t" bIns="34275" lIns="68575" spcFirstLastPara="1" rIns="68575" wrap="square" tIns="34275">
            <a:spAutoFit/>
          </a:bodyPr>
          <a:lstStyle/>
          <a:p>
            <a:pPr indent="0" lvl="0" marL="0" marR="0" rtl="0" algn="ctr">
              <a:lnSpc>
                <a:spcPct val="130000"/>
              </a:lnSpc>
              <a:spcBef>
                <a:spcPts val="0"/>
              </a:spcBef>
              <a:spcAft>
                <a:spcPts val="0"/>
              </a:spcAft>
              <a:buNone/>
            </a:pPr>
            <a:r>
              <a:rPr lang="id" sz="3600">
                <a:solidFill>
                  <a:srgbClr val="76D2B7"/>
                </a:solidFill>
                <a:latin typeface="Boldonse"/>
                <a:ea typeface="Boldonse"/>
                <a:cs typeface="Boldonse"/>
                <a:sym typeface="Boldonse"/>
              </a:rPr>
              <a:t>02</a:t>
            </a:r>
            <a:endParaRPr sz="3600">
              <a:solidFill>
                <a:srgbClr val="76D2B7"/>
              </a:solidFill>
              <a:latin typeface="Boldonse"/>
              <a:ea typeface="Boldonse"/>
              <a:cs typeface="Boldonse"/>
              <a:sym typeface="Boldonse"/>
            </a:endParaRPr>
          </a:p>
        </p:txBody>
      </p:sp>
      <p:sp>
        <p:nvSpPr>
          <p:cNvPr id="221" name="Google Shape;221;p42"/>
          <p:cNvSpPr txBox="1"/>
          <p:nvPr/>
        </p:nvSpPr>
        <p:spPr>
          <a:xfrm rot="-393073">
            <a:off x="4687544" y="2490765"/>
            <a:ext cx="2074545" cy="428963"/>
          </a:xfrm>
          <a:prstGeom prst="rect">
            <a:avLst/>
          </a:prstGeom>
          <a:noFill/>
          <a:ln>
            <a:noFill/>
          </a:ln>
        </p:spPr>
        <p:txBody>
          <a:bodyPr anchorCtr="0" anchor="t" bIns="34275" lIns="68575" spcFirstLastPara="1" rIns="68575" wrap="square" tIns="34275">
            <a:spAutoFit/>
          </a:bodyPr>
          <a:lstStyle/>
          <a:p>
            <a:pPr indent="0" lvl="0" marL="0" marR="0" rtl="0" algn="ctr">
              <a:lnSpc>
                <a:spcPct val="150000"/>
              </a:lnSpc>
              <a:spcBef>
                <a:spcPts val="0"/>
              </a:spcBef>
              <a:spcAft>
                <a:spcPts val="0"/>
              </a:spcAft>
              <a:buNone/>
            </a:pPr>
            <a:r>
              <a:rPr lang="id" sz="800">
                <a:solidFill>
                  <a:schemeClr val="accent6"/>
                </a:solidFill>
                <a:latin typeface="Boldonse"/>
                <a:ea typeface="Boldonse"/>
                <a:cs typeface="Boldonse"/>
                <a:sym typeface="Boldonse"/>
              </a:rPr>
              <a:t>Made from mineral — essential in materials and tools.</a:t>
            </a:r>
            <a:endParaRPr sz="1100"/>
          </a:p>
        </p:txBody>
      </p:sp>
      <p:sp>
        <p:nvSpPr>
          <p:cNvPr id="222" name="Google Shape;222;p42"/>
          <p:cNvSpPr/>
          <p:nvPr/>
        </p:nvSpPr>
        <p:spPr>
          <a:xfrm rot="10724917">
            <a:off x="5318731" y="1494840"/>
            <a:ext cx="320736" cy="508127"/>
          </a:xfrm>
          <a:custGeom>
            <a:rect b="b" l="l" r="r" t="t"/>
            <a:pathLst>
              <a:path extrusionOk="0" h="677503" w="427648">
                <a:moveTo>
                  <a:pt x="258814" y="675268"/>
                </a:moveTo>
                <a:cubicBezTo>
                  <a:pt x="250034" y="677502"/>
                  <a:pt x="239771" y="678429"/>
                  <a:pt x="228593" y="676315"/>
                </a:cubicBezTo>
                <a:cubicBezTo>
                  <a:pt x="217427" y="674271"/>
                  <a:pt x="205377" y="669248"/>
                  <a:pt x="193134" y="660501"/>
                </a:cubicBezTo>
                <a:cubicBezTo>
                  <a:pt x="180891" y="651794"/>
                  <a:pt x="168468" y="639361"/>
                  <a:pt x="156530" y="623769"/>
                </a:cubicBezTo>
                <a:cubicBezTo>
                  <a:pt x="142946" y="606069"/>
                  <a:pt x="128756" y="582529"/>
                  <a:pt x="114844" y="552744"/>
                </a:cubicBezTo>
                <a:cubicBezTo>
                  <a:pt x="100927" y="523015"/>
                  <a:pt x="87302" y="487058"/>
                  <a:pt x="74750" y="446027"/>
                </a:cubicBezTo>
                <a:cubicBezTo>
                  <a:pt x="62187" y="405047"/>
                  <a:pt x="50711" y="359030"/>
                  <a:pt x="40824" y="310431"/>
                </a:cubicBezTo>
                <a:cubicBezTo>
                  <a:pt x="30924" y="261862"/>
                  <a:pt x="22618" y="210763"/>
                  <a:pt x="16014" y="160326"/>
                </a:cubicBezTo>
                <a:cubicBezTo>
                  <a:pt x="9395" y="109891"/>
                  <a:pt x="4474" y="60174"/>
                  <a:pt x="954" y="14402"/>
                </a:cubicBezTo>
                <a:lnTo>
                  <a:pt x="0" y="0"/>
                </a:lnTo>
                <a:lnTo>
                  <a:pt x="18451" y="1"/>
                </a:lnTo>
                <a:lnTo>
                  <a:pt x="23796" y="65521"/>
                </a:lnTo>
                <a:cubicBezTo>
                  <a:pt x="25964" y="88549"/>
                  <a:pt x="28493" y="112171"/>
                  <a:pt x="31422" y="136018"/>
                </a:cubicBezTo>
                <a:cubicBezTo>
                  <a:pt x="37270" y="183705"/>
                  <a:pt x="44724" y="232243"/>
                  <a:pt x="53714" y="278606"/>
                </a:cubicBezTo>
                <a:cubicBezTo>
                  <a:pt x="62692" y="324990"/>
                  <a:pt x="73203" y="369142"/>
                  <a:pt x="84781" y="408646"/>
                </a:cubicBezTo>
                <a:cubicBezTo>
                  <a:pt x="96352" y="448191"/>
                  <a:pt x="108977" y="483063"/>
                  <a:pt x="121914" y="512031"/>
                </a:cubicBezTo>
                <a:cubicBezTo>
                  <a:pt x="134847" y="541055"/>
                  <a:pt x="148076" y="564177"/>
                  <a:pt x="160742" y="581678"/>
                </a:cubicBezTo>
                <a:cubicBezTo>
                  <a:pt x="172747" y="598309"/>
                  <a:pt x="185252" y="611123"/>
                  <a:pt x="197454" y="619713"/>
                </a:cubicBezTo>
                <a:cubicBezTo>
                  <a:pt x="209654" y="628364"/>
                  <a:pt x="221537" y="632832"/>
                  <a:pt x="232310" y="634286"/>
                </a:cubicBezTo>
                <a:cubicBezTo>
                  <a:pt x="253894" y="637279"/>
                  <a:pt x="270852" y="628272"/>
                  <a:pt x="278290" y="623927"/>
                </a:cubicBezTo>
                <a:cubicBezTo>
                  <a:pt x="285220" y="619850"/>
                  <a:pt x="298837" y="611504"/>
                  <a:pt x="315185" y="592726"/>
                </a:cubicBezTo>
                <a:cubicBezTo>
                  <a:pt x="323353" y="583362"/>
                  <a:pt x="332189" y="571429"/>
                  <a:pt x="341160" y="556765"/>
                </a:cubicBezTo>
                <a:cubicBezTo>
                  <a:pt x="350134" y="542131"/>
                  <a:pt x="359239" y="524770"/>
                  <a:pt x="367993" y="505287"/>
                </a:cubicBezTo>
                <a:cubicBezTo>
                  <a:pt x="376755" y="485844"/>
                  <a:pt x="385158" y="464276"/>
                  <a:pt x="392847" y="441966"/>
                </a:cubicBezTo>
                <a:cubicBezTo>
                  <a:pt x="400541" y="419675"/>
                  <a:pt x="408043" y="394715"/>
                  <a:pt x="413558" y="374700"/>
                </a:cubicBezTo>
                <a:cubicBezTo>
                  <a:pt x="416316" y="364692"/>
                  <a:pt x="418380" y="356134"/>
                  <a:pt x="420270" y="347754"/>
                </a:cubicBezTo>
                <a:lnTo>
                  <a:pt x="421643" y="341484"/>
                </a:lnTo>
                <a:lnTo>
                  <a:pt x="427648" y="340927"/>
                </a:lnTo>
                <a:lnTo>
                  <a:pt x="423358" y="361485"/>
                </a:lnTo>
                <a:cubicBezTo>
                  <a:pt x="414668" y="400404"/>
                  <a:pt x="401809" y="450005"/>
                  <a:pt x="385787" y="495648"/>
                </a:cubicBezTo>
                <a:cubicBezTo>
                  <a:pt x="377799" y="518509"/>
                  <a:pt x="369064" y="540427"/>
                  <a:pt x="359925" y="560093"/>
                </a:cubicBezTo>
                <a:cubicBezTo>
                  <a:pt x="350794" y="579792"/>
                  <a:pt x="341263" y="597236"/>
                  <a:pt x="331804" y="611799"/>
                </a:cubicBezTo>
                <a:cubicBezTo>
                  <a:pt x="322346" y="626392"/>
                  <a:pt x="312965" y="638101"/>
                  <a:pt x="304181" y="647059"/>
                </a:cubicBezTo>
                <a:cubicBezTo>
                  <a:pt x="295396" y="656012"/>
                  <a:pt x="287216" y="662253"/>
                  <a:pt x="280143" y="666381"/>
                </a:cubicBezTo>
                <a:cubicBezTo>
                  <a:pt x="274894" y="669493"/>
                  <a:pt x="267596" y="673034"/>
                  <a:pt x="258814" y="675268"/>
                </a:cubicBezTo>
                <a:close/>
              </a:path>
            </a:pathLst>
          </a:custGeom>
          <a:solidFill>
            <a:srgbClr val="23715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sp>
        <p:nvSpPr>
          <p:cNvPr id="223" name="Google Shape;223;p42"/>
          <p:cNvSpPr txBox="1"/>
          <p:nvPr/>
        </p:nvSpPr>
        <p:spPr>
          <a:xfrm rot="-393073">
            <a:off x="4638572" y="2159560"/>
            <a:ext cx="2074545" cy="238527"/>
          </a:xfrm>
          <a:prstGeom prst="rect">
            <a:avLst/>
          </a:prstGeom>
          <a:noFill/>
          <a:ln>
            <a:noFill/>
          </a:ln>
        </p:spPr>
        <p:txBody>
          <a:bodyPr anchorCtr="0" anchor="t" bIns="34275" lIns="68575" spcFirstLastPara="1" rIns="68575" wrap="square" tIns="34275">
            <a:spAutoFit/>
          </a:bodyPr>
          <a:lstStyle/>
          <a:p>
            <a:pPr indent="0" lvl="0" marL="0" marR="0" rtl="0" algn="ctr">
              <a:lnSpc>
                <a:spcPct val="150000"/>
              </a:lnSpc>
              <a:spcBef>
                <a:spcPts val="0"/>
              </a:spcBef>
              <a:spcAft>
                <a:spcPts val="0"/>
              </a:spcAft>
              <a:buNone/>
            </a:pPr>
            <a:r>
              <a:rPr lang="id" sz="800">
                <a:solidFill>
                  <a:schemeClr val="lt1"/>
                </a:solidFill>
                <a:latin typeface="Boldonse"/>
                <a:ea typeface="Boldonse"/>
                <a:cs typeface="Boldonse"/>
                <a:sym typeface="Boldonse"/>
              </a:rPr>
              <a:t>Inorganic Compounds</a:t>
            </a:r>
            <a:endParaRPr sz="1100"/>
          </a:p>
        </p:txBody>
      </p:sp>
      <p:sp>
        <p:nvSpPr>
          <p:cNvPr id="224" name="Google Shape;224;p42"/>
          <p:cNvSpPr txBox="1"/>
          <p:nvPr/>
        </p:nvSpPr>
        <p:spPr>
          <a:xfrm>
            <a:off x="800100" y="717848"/>
            <a:ext cx="7543800" cy="577081"/>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id" sz="3300">
                <a:solidFill>
                  <a:srgbClr val="0C0C0C"/>
                </a:solidFill>
                <a:latin typeface="Boldonse"/>
                <a:ea typeface="Boldonse"/>
                <a:cs typeface="Boldonse"/>
                <a:sym typeface="Boldonse"/>
              </a:rPr>
              <a:t>Two sides that matter</a:t>
            </a:r>
            <a:endParaRPr sz="3300">
              <a:solidFill>
                <a:srgbClr val="0C0C0C"/>
              </a:solidFill>
              <a:latin typeface="Boldonse"/>
              <a:ea typeface="Boldonse"/>
              <a:cs typeface="Boldonse"/>
              <a:sym typeface="Boldonse"/>
            </a:endParaRPr>
          </a:p>
        </p:txBody>
      </p:sp>
      <p:sp>
        <p:nvSpPr>
          <p:cNvPr id="225" name="Google Shape;225;p42"/>
          <p:cNvSpPr/>
          <p:nvPr/>
        </p:nvSpPr>
        <p:spPr>
          <a:xfrm>
            <a:off x="1971675" y="1708785"/>
            <a:ext cx="2371725" cy="2806065"/>
          </a:xfrm>
          <a:prstGeom prst="roundRect">
            <a:avLst>
              <a:gd fmla="val 8715" name="adj"/>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sp>
        <p:nvSpPr>
          <p:cNvPr id="226" name="Google Shape;226;p42"/>
          <p:cNvSpPr/>
          <p:nvPr/>
        </p:nvSpPr>
        <p:spPr>
          <a:xfrm>
            <a:off x="3076746" y="1828870"/>
            <a:ext cx="161583" cy="161583"/>
          </a:xfrm>
          <a:prstGeom prst="ellipse">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sp>
        <p:nvSpPr>
          <p:cNvPr id="227" name="Google Shape;227;p42"/>
          <p:cNvSpPr txBox="1"/>
          <p:nvPr/>
        </p:nvSpPr>
        <p:spPr>
          <a:xfrm>
            <a:off x="2447340" y="2213480"/>
            <a:ext cx="1420396" cy="724813"/>
          </a:xfrm>
          <a:prstGeom prst="rect">
            <a:avLst/>
          </a:prstGeom>
          <a:noFill/>
          <a:ln>
            <a:noFill/>
          </a:ln>
        </p:spPr>
        <p:txBody>
          <a:bodyPr anchorCtr="0" anchor="t" bIns="34275" lIns="68575" spcFirstLastPara="1" rIns="68575" wrap="square" tIns="34275">
            <a:spAutoFit/>
          </a:bodyPr>
          <a:lstStyle/>
          <a:p>
            <a:pPr indent="0" lvl="0" marL="0" marR="0" rtl="0" algn="ctr">
              <a:lnSpc>
                <a:spcPct val="130000"/>
              </a:lnSpc>
              <a:spcBef>
                <a:spcPts val="0"/>
              </a:spcBef>
              <a:spcAft>
                <a:spcPts val="0"/>
              </a:spcAft>
              <a:buNone/>
            </a:pPr>
            <a:r>
              <a:rPr lang="id" sz="3600">
                <a:solidFill>
                  <a:srgbClr val="FB98F5"/>
                </a:solidFill>
                <a:latin typeface="Boldonse"/>
                <a:ea typeface="Boldonse"/>
                <a:cs typeface="Boldonse"/>
                <a:sym typeface="Boldonse"/>
              </a:rPr>
              <a:t>01</a:t>
            </a:r>
            <a:endParaRPr sz="3600">
              <a:solidFill>
                <a:srgbClr val="FB98F5"/>
              </a:solidFill>
              <a:latin typeface="Boldonse"/>
              <a:ea typeface="Boldonse"/>
              <a:cs typeface="Boldonse"/>
              <a:sym typeface="Boldonse"/>
            </a:endParaRPr>
          </a:p>
        </p:txBody>
      </p:sp>
      <p:sp>
        <p:nvSpPr>
          <p:cNvPr id="228" name="Google Shape;228;p42"/>
          <p:cNvSpPr txBox="1"/>
          <p:nvPr/>
        </p:nvSpPr>
        <p:spPr>
          <a:xfrm>
            <a:off x="2120265" y="2488874"/>
            <a:ext cx="2074545" cy="428963"/>
          </a:xfrm>
          <a:prstGeom prst="rect">
            <a:avLst/>
          </a:prstGeom>
          <a:noFill/>
          <a:ln>
            <a:noFill/>
          </a:ln>
        </p:spPr>
        <p:txBody>
          <a:bodyPr anchorCtr="0" anchor="t" bIns="34275" lIns="68575" spcFirstLastPara="1" rIns="68575" wrap="square" tIns="34275">
            <a:spAutoFit/>
          </a:bodyPr>
          <a:lstStyle/>
          <a:p>
            <a:pPr indent="0" lvl="0" marL="0" marR="0" rtl="0" algn="ctr">
              <a:lnSpc>
                <a:spcPct val="150000"/>
              </a:lnSpc>
              <a:spcBef>
                <a:spcPts val="0"/>
              </a:spcBef>
              <a:spcAft>
                <a:spcPts val="0"/>
              </a:spcAft>
              <a:buNone/>
            </a:pPr>
            <a:r>
              <a:rPr lang="id" sz="800">
                <a:solidFill>
                  <a:schemeClr val="accent6"/>
                </a:solidFill>
                <a:latin typeface="Boldonse"/>
                <a:ea typeface="Boldonse"/>
                <a:cs typeface="Boldonse"/>
                <a:sym typeface="Boldonse"/>
              </a:rPr>
              <a:t>Found in living things — carbon-based and versatile.</a:t>
            </a:r>
            <a:endParaRPr sz="1100"/>
          </a:p>
        </p:txBody>
      </p:sp>
      <p:sp>
        <p:nvSpPr>
          <p:cNvPr id="229" name="Google Shape;229;p42"/>
          <p:cNvSpPr/>
          <p:nvPr/>
        </p:nvSpPr>
        <p:spPr>
          <a:xfrm rot="-10482010">
            <a:off x="2862168" y="1471159"/>
            <a:ext cx="320736" cy="508127"/>
          </a:xfrm>
          <a:custGeom>
            <a:rect b="b" l="l" r="r" t="t"/>
            <a:pathLst>
              <a:path extrusionOk="0" h="677503" w="427648">
                <a:moveTo>
                  <a:pt x="258814" y="675268"/>
                </a:moveTo>
                <a:cubicBezTo>
                  <a:pt x="250034" y="677502"/>
                  <a:pt x="239771" y="678429"/>
                  <a:pt x="228593" y="676315"/>
                </a:cubicBezTo>
                <a:cubicBezTo>
                  <a:pt x="217427" y="674271"/>
                  <a:pt x="205377" y="669248"/>
                  <a:pt x="193134" y="660501"/>
                </a:cubicBezTo>
                <a:cubicBezTo>
                  <a:pt x="180891" y="651794"/>
                  <a:pt x="168468" y="639361"/>
                  <a:pt x="156530" y="623769"/>
                </a:cubicBezTo>
                <a:cubicBezTo>
                  <a:pt x="142946" y="606069"/>
                  <a:pt x="128756" y="582529"/>
                  <a:pt x="114844" y="552744"/>
                </a:cubicBezTo>
                <a:cubicBezTo>
                  <a:pt x="100927" y="523015"/>
                  <a:pt x="87302" y="487058"/>
                  <a:pt x="74750" y="446027"/>
                </a:cubicBezTo>
                <a:cubicBezTo>
                  <a:pt x="62187" y="405047"/>
                  <a:pt x="50711" y="359030"/>
                  <a:pt x="40824" y="310431"/>
                </a:cubicBezTo>
                <a:cubicBezTo>
                  <a:pt x="30924" y="261862"/>
                  <a:pt x="22618" y="210763"/>
                  <a:pt x="16014" y="160326"/>
                </a:cubicBezTo>
                <a:cubicBezTo>
                  <a:pt x="9395" y="109891"/>
                  <a:pt x="4474" y="60174"/>
                  <a:pt x="954" y="14402"/>
                </a:cubicBezTo>
                <a:lnTo>
                  <a:pt x="0" y="0"/>
                </a:lnTo>
                <a:lnTo>
                  <a:pt x="18451" y="1"/>
                </a:lnTo>
                <a:lnTo>
                  <a:pt x="23796" y="65521"/>
                </a:lnTo>
                <a:cubicBezTo>
                  <a:pt x="25964" y="88549"/>
                  <a:pt x="28493" y="112171"/>
                  <a:pt x="31422" y="136018"/>
                </a:cubicBezTo>
                <a:cubicBezTo>
                  <a:pt x="37270" y="183705"/>
                  <a:pt x="44724" y="232243"/>
                  <a:pt x="53714" y="278606"/>
                </a:cubicBezTo>
                <a:cubicBezTo>
                  <a:pt x="62692" y="324990"/>
                  <a:pt x="73203" y="369142"/>
                  <a:pt x="84781" y="408646"/>
                </a:cubicBezTo>
                <a:cubicBezTo>
                  <a:pt x="96352" y="448191"/>
                  <a:pt x="108977" y="483063"/>
                  <a:pt x="121914" y="512031"/>
                </a:cubicBezTo>
                <a:cubicBezTo>
                  <a:pt x="134847" y="541055"/>
                  <a:pt x="148076" y="564177"/>
                  <a:pt x="160742" y="581678"/>
                </a:cubicBezTo>
                <a:cubicBezTo>
                  <a:pt x="172747" y="598309"/>
                  <a:pt x="185252" y="611123"/>
                  <a:pt x="197454" y="619713"/>
                </a:cubicBezTo>
                <a:cubicBezTo>
                  <a:pt x="209654" y="628364"/>
                  <a:pt x="221537" y="632832"/>
                  <a:pt x="232310" y="634286"/>
                </a:cubicBezTo>
                <a:cubicBezTo>
                  <a:pt x="253894" y="637279"/>
                  <a:pt x="270852" y="628272"/>
                  <a:pt x="278290" y="623927"/>
                </a:cubicBezTo>
                <a:cubicBezTo>
                  <a:pt x="285220" y="619850"/>
                  <a:pt x="298837" y="611504"/>
                  <a:pt x="315185" y="592726"/>
                </a:cubicBezTo>
                <a:cubicBezTo>
                  <a:pt x="323353" y="583362"/>
                  <a:pt x="332189" y="571429"/>
                  <a:pt x="341160" y="556765"/>
                </a:cubicBezTo>
                <a:cubicBezTo>
                  <a:pt x="350134" y="542131"/>
                  <a:pt x="359239" y="524770"/>
                  <a:pt x="367993" y="505287"/>
                </a:cubicBezTo>
                <a:cubicBezTo>
                  <a:pt x="376755" y="485844"/>
                  <a:pt x="385158" y="464276"/>
                  <a:pt x="392847" y="441966"/>
                </a:cubicBezTo>
                <a:cubicBezTo>
                  <a:pt x="400541" y="419675"/>
                  <a:pt x="408043" y="394715"/>
                  <a:pt x="413558" y="374700"/>
                </a:cubicBezTo>
                <a:cubicBezTo>
                  <a:pt x="416316" y="364692"/>
                  <a:pt x="418380" y="356134"/>
                  <a:pt x="420270" y="347754"/>
                </a:cubicBezTo>
                <a:lnTo>
                  <a:pt x="421643" y="341484"/>
                </a:lnTo>
                <a:lnTo>
                  <a:pt x="427648" y="340927"/>
                </a:lnTo>
                <a:lnTo>
                  <a:pt x="423358" y="361485"/>
                </a:lnTo>
                <a:cubicBezTo>
                  <a:pt x="414668" y="400404"/>
                  <a:pt x="401809" y="450005"/>
                  <a:pt x="385787" y="495648"/>
                </a:cubicBezTo>
                <a:cubicBezTo>
                  <a:pt x="377799" y="518509"/>
                  <a:pt x="369064" y="540427"/>
                  <a:pt x="359925" y="560093"/>
                </a:cubicBezTo>
                <a:cubicBezTo>
                  <a:pt x="350794" y="579792"/>
                  <a:pt x="341263" y="597236"/>
                  <a:pt x="331804" y="611799"/>
                </a:cubicBezTo>
                <a:cubicBezTo>
                  <a:pt x="322346" y="626392"/>
                  <a:pt x="312965" y="638101"/>
                  <a:pt x="304181" y="647059"/>
                </a:cubicBezTo>
                <a:cubicBezTo>
                  <a:pt x="295396" y="656012"/>
                  <a:pt x="287216" y="662253"/>
                  <a:pt x="280143" y="666381"/>
                </a:cubicBezTo>
                <a:cubicBezTo>
                  <a:pt x="274894" y="669493"/>
                  <a:pt x="267596" y="673034"/>
                  <a:pt x="258814" y="675268"/>
                </a:cubicBezTo>
                <a:close/>
              </a:path>
            </a:pathLst>
          </a:custGeom>
          <a:solidFill>
            <a:srgbClr val="BE03B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sp>
        <p:nvSpPr>
          <p:cNvPr id="230" name="Google Shape;230;p42"/>
          <p:cNvSpPr/>
          <p:nvPr/>
        </p:nvSpPr>
        <p:spPr>
          <a:xfrm rot="1261979">
            <a:off x="7082793" y="1640146"/>
            <a:ext cx="806959" cy="1467352"/>
          </a:xfrm>
          <a:custGeom>
            <a:rect b="b" l="l" r="r" t="t"/>
            <a:pathLst>
              <a:path extrusionOk="0" h="1956469" w="1075946">
                <a:moveTo>
                  <a:pt x="1073726" y="1172408"/>
                </a:moveTo>
                <a:cubicBezTo>
                  <a:pt x="1069895" y="1115239"/>
                  <a:pt x="1061117" y="1060986"/>
                  <a:pt x="1050038" y="1012685"/>
                </a:cubicBezTo>
                <a:cubicBezTo>
                  <a:pt x="1027883" y="915867"/>
                  <a:pt x="996940" y="843522"/>
                  <a:pt x="984372" y="809256"/>
                </a:cubicBezTo>
                <a:cubicBezTo>
                  <a:pt x="978889" y="794357"/>
                  <a:pt x="969309" y="767333"/>
                  <a:pt x="955130" y="733520"/>
                </a:cubicBezTo>
                <a:cubicBezTo>
                  <a:pt x="940996" y="699706"/>
                  <a:pt x="922040" y="659172"/>
                  <a:pt x="898644" y="617400"/>
                </a:cubicBezTo>
                <a:cubicBezTo>
                  <a:pt x="875347" y="575590"/>
                  <a:pt x="847517" y="532642"/>
                  <a:pt x="817771" y="493301"/>
                </a:cubicBezTo>
                <a:cubicBezTo>
                  <a:pt x="788072" y="453926"/>
                  <a:pt x="756519" y="418185"/>
                  <a:pt x="727592" y="389430"/>
                </a:cubicBezTo>
                <a:cubicBezTo>
                  <a:pt x="672450" y="334521"/>
                  <a:pt x="617408" y="290479"/>
                  <a:pt x="565362" y="254564"/>
                </a:cubicBezTo>
                <a:cubicBezTo>
                  <a:pt x="513252" y="218662"/>
                  <a:pt x="464104" y="190815"/>
                  <a:pt x="419256" y="168551"/>
                </a:cubicBezTo>
                <a:cubicBezTo>
                  <a:pt x="374381" y="146283"/>
                  <a:pt x="333764" y="129614"/>
                  <a:pt x="297825" y="116485"/>
                </a:cubicBezTo>
                <a:cubicBezTo>
                  <a:pt x="261868" y="103383"/>
                  <a:pt x="230548" y="93874"/>
                  <a:pt x="203723" y="86519"/>
                </a:cubicBezTo>
                <a:cubicBezTo>
                  <a:pt x="193892" y="83854"/>
                  <a:pt x="184675" y="81471"/>
                  <a:pt x="176030" y="79321"/>
                </a:cubicBezTo>
                <a:cubicBezTo>
                  <a:pt x="219040" y="72631"/>
                  <a:pt x="260390" y="66216"/>
                  <a:pt x="283721" y="62828"/>
                </a:cubicBezTo>
                <a:cubicBezTo>
                  <a:pt x="297348" y="60849"/>
                  <a:pt x="314939" y="-3372"/>
                  <a:pt x="290772" y="139"/>
                </a:cubicBezTo>
                <a:cubicBezTo>
                  <a:pt x="248008" y="6342"/>
                  <a:pt x="11253" y="55908"/>
                  <a:pt x="2526" y="58596"/>
                </a:cubicBezTo>
                <a:cubicBezTo>
                  <a:pt x="-4013" y="60613"/>
                  <a:pt x="3298" y="76897"/>
                  <a:pt x="11322" y="88991"/>
                </a:cubicBezTo>
                <a:cubicBezTo>
                  <a:pt x="11822" y="90092"/>
                  <a:pt x="12590" y="91295"/>
                  <a:pt x="13743" y="92633"/>
                </a:cubicBezTo>
                <a:cubicBezTo>
                  <a:pt x="14000" y="92931"/>
                  <a:pt x="14278" y="93257"/>
                  <a:pt x="14548" y="93569"/>
                </a:cubicBezTo>
                <a:cubicBezTo>
                  <a:pt x="16390" y="96024"/>
                  <a:pt x="18173" y="98129"/>
                  <a:pt x="19747" y="99645"/>
                </a:cubicBezTo>
                <a:cubicBezTo>
                  <a:pt x="57274" y="143670"/>
                  <a:pt x="165339" y="272837"/>
                  <a:pt x="175876" y="283789"/>
                </a:cubicBezTo>
                <a:cubicBezTo>
                  <a:pt x="201662" y="310590"/>
                  <a:pt x="255425" y="296308"/>
                  <a:pt x="244905" y="284084"/>
                </a:cubicBezTo>
                <a:cubicBezTo>
                  <a:pt x="229845" y="266593"/>
                  <a:pt x="162575" y="197090"/>
                  <a:pt x="108774" y="141883"/>
                </a:cubicBezTo>
                <a:cubicBezTo>
                  <a:pt x="128168" y="145021"/>
                  <a:pt x="153392" y="149695"/>
                  <a:pt x="185576" y="157307"/>
                </a:cubicBezTo>
                <a:cubicBezTo>
                  <a:pt x="210941" y="163394"/>
                  <a:pt x="240609" y="171404"/>
                  <a:pt x="274775" y="182726"/>
                </a:cubicBezTo>
                <a:cubicBezTo>
                  <a:pt x="308918" y="194069"/>
                  <a:pt x="347607" y="208667"/>
                  <a:pt x="390504" y="228517"/>
                </a:cubicBezTo>
                <a:cubicBezTo>
                  <a:pt x="433380" y="248368"/>
                  <a:pt x="480509" y="273454"/>
                  <a:pt x="530705" y="306191"/>
                </a:cubicBezTo>
                <a:cubicBezTo>
                  <a:pt x="580844" y="338948"/>
                  <a:pt x="634076" y="379427"/>
                  <a:pt x="687733" y="430386"/>
                </a:cubicBezTo>
                <a:cubicBezTo>
                  <a:pt x="715885" y="457074"/>
                  <a:pt x="747699" y="489375"/>
                  <a:pt x="778612" y="525019"/>
                </a:cubicBezTo>
                <a:cubicBezTo>
                  <a:pt x="809555" y="560616"/>
                  <a:pt x="839549" y="599549"/>
                  <a:pt x="865407" y="637888"/>
                </a:cubicBezTo>
                <a:cubicBezTo>
                  <a:pt x="891347" y="676173"/>
                  <a:pt x="913234" y="713752"/>
                  <a:pt x="929776" y="745459"/>
                </a:cubicBezTo>
                <a:cubicBezTo>
                  <a:pt x="946359" y="777150"/>
                  <a:pt x="957791" y="802858"/>
                  <a:pt x="963634" y="817276"/>
                </a:cubicBezTo>
                <a:cubicBezTo>
                  <a:pt x="977079" y="850469"/>
                  <a:pt x="999758" y="924436"/>
                  <a:pt x="1013622" y="1019478"/>
                </a:cubicBezTo>
                <a:cubicBezTo>
                  <a:pt x="1020586" y="1066956"/>
                  <a:pt x="1025321" y="1119598"/>
                  <a:pt x="1026594" y="1174530"/>
                </a:cubicBezTo>
                <a:cubicBezTo>
                  <a:pt x="1027938" y="1229466"/>
                  <a:pt x="1025761" y="1286655"/>
                  <a:pt x="1020373" y="1343309"/>
                </a:cubicBezTo>
                <a:cubicBezTo>
                  <a:pt x="1014184" y="1408697"/>
                  <a:pt x="1002995" y="1467398"/>
                  <a:pt x="989694" y="1519697"/>
                </a:cubicBezTo>
                <a:cubicBezTo>
                  <a:pt x="976352" y="1572010"/>
                  <a:pt x="960857" y="1617948"/>
                  <a:pt x="945141" y="1658283"/>
                </a:cubicBezTo>
                <a:cubicBezTo>
                  <a:pt x="929381" y="1698615"/>
                  <a:pt x="913403" y="1733365"/>
                  <a:pt x="898349" y="1763413"/>
                </a:cubicBezTo>
                <a:cubicBezTo>
                  <a:pt x="883285" y="1793465"/>
                  <a:pt x="869148" y="1818826"/>
                  <a:pt x="856577" y="1840350"/>
                </a:cubicBezTo>
                <a:cubicBezTo>
                  <a:pt x="831340" y="1883356"/>
                  <a:pt x="812669" y="1911186"/>
                  <a:pt x="801357" y="1929102"/>
                </a:cubicBezTo>
                <a:cubicBezTo>
                  <a:pt x="789948" y="1946961"/>
                  <a:pt x="785693" y="1954820"/>
                  <a:pt x="786505" y="1956246"/>
                </a:cubicBezTo>
                <a:cubicBezTo>
                  <a:pt x="787253" y="1957621"/>
                  <a:pt x="793905" y="1952783"/>
                  <a:pt x="808444" y="1937712"/>
                </a:cubicBezTo>
                <a:cubicBezTo>
                  <a:pt x="822894" y="1922580"/>
                  <a:pt x="845481" y="1897322"/>
                  <a:pt x="875313" y="1855903"/>
                </a:cubicBezTo>
                <a:cubicBezTo>
                  <a:pt x="890178" y="1835172"/>
                  <a:pt x="906778" y="1810353"/>
                  <a:pt x="924413" y="1780469"/>
                </a:cubicBezTo>
                <a:cubicBezTo>
                  <a:pt x="942031" y="1750585"/>
                  <a:pt x="960726" y="1715644"/>
                  <a:pt x="979181" y="1674598"/>
                </a:cubicBezTo>
                <a:cubicBezTo>
                  <a:pt x="997601" y="1633560"/>
                  <a:pt x="1015840" y="1586422"/>
                  <a:pt x="1031751" y="1532288"/>
                </a:cubicBezTo>
                <a:cubicBezTo>
                  <a:pt x="1047627" y="1478175"/>
                  <a:pt x="1061230" y="1417046"/>
                  <a:pt x="1069418" y="1348569"/>
                </a:cubicBezTo>
                <a:cubicBezTo>
                  <a:pt x="1076503" y="1289556"/>
                  <a:pt x="1077631" y="1229545"/>
                  <a:pt x="1073726" y="1172408"/>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lbert Sans Light"/>
              <a:ea typeface="Albert Sans Light"/>
              <a:cs typeface="Albert Sans Light"/>
              <a:sym typeface="Albert Sans Light"/>
            </a:endParaRPr>
          </a:p>
        </p:txBody>
      </p:sp>
      <p:sp>
        <p:nvSpPr>
          <p:cNvPr id="231" name="Google Shape;231;p42"/>
          <p:cNvSpPr/>
          <p:nvPr/>
        </p:nvSpPr>
        <p:spPr>
          <a:xfrm flipH="1" rot="-1423942">
            <a:off x="1052147" y="1529122"/>
            <a:ext cx="806959" cy="1467352"/>
          </a:xfrm>
          <a:custGeom>
            <a:rect b="b" l="l" r="r" t="t"/>
            <a:pathLst>
              <a:path extrusionOk="0" h="1956469" w="1075946">
                <a:moveTo>
                  <a:pt x="1073726" y="1172408"/>
                </a:moveTo>
                <a:cubicBezTo>
                  <a:pt x="1069895" y="1115239"/>
                  <a:pt x="1061117" y="1060986"/>
                  <a:pt x="1050038" y="1012685"/>
                </a:cubicBezTo>
                <a:cubicBezTo>
                  <a:pt x="1027883" y="915867"/>
                  <a:pt x="996940" y="843522"/>
                  <a:pt x="984372" y="809256"/>
                </a:cubicBezTo>
                <a:cubicBezTo>
                  <a:pt x="978889" y="794357"/>
                  <a:pt x="969309" y="767333"/>
                  <a:pt x="955130" y="733520"/>
                </a:cubicBezTo>
                <a:cubicBezTo>
                  <a:pt x="940996" y="699706"/>
                  <a:pt x="922040" y="659172"/>
                  <a:pt x="898644" y="617400"/>
                </a:cubicBezTo>
                <a:cubicBezTo>
                  <a:pt x="875347" y="575590"/>
                  <a:pt x="847517" y="532642"/>
                  <a:pt x="817771" y="493301"/>
                </a:cubicBezTo>
                <a:cubicBezTo>
                  <a:pt x="788072" y="453926"/>
                  <a:pt x="756519" y="418185"/>
                  <a:pt x="727592" y="389430"/>
                </a:cubicBezTo>
                <a:cubicBezTo>
                  <a:pt x="672450" y="334521"/>
                  <a:pt x="617408" y="290479"/>
                  <a:pt x="565362" y="254564"/>
                </a:cubicBezTo>
                <a:cubicBezTo>
                  <a:pt x="513252" y="218662"/>
                  <a:pt x="464104" y="190815"/>
                  <a:pt x="419256" y="168551"/>
                </a:cubicBezTo>
                <a:cubicBezTo>
                  <a:pt x="374381" y="146283"/>
                  <a:pt x="333764" y="129614"/>
                  <a:pt x="297825" y="116485"/>
                </a:cubicBezTo>
                <a:cubicBezTo>
                  <a:pt x="261868" y="103383"/>
                  <a:pt x="230548" y="93874"/>
                  <a:pt x="203723" y="86519"/>
                </a:cubicBezTo>
                <a:cubicBezTo>
                  <a:pt x="193892" y="83854"/>
                  <a:pt x="184675" y="81471"/>
                  <a:pt x="176030" y="79321"/>
                </a:cubicBezTo>
                <a:cubicBezTo>
                  <a:pt x="219040" y="72631"/>
                  <a:pt x="260390" y="66216"/>
                  <a:pt x="283721" y="62828"/>
                </a:cubicBezTo>
                <a:cubicBezTo>
                  <a:pt x="297348" y="60849"/>
                  <a:pt x="314939" y="-3372"/>
                  <a:pt x="290772" y="139"/>
                </a:cubicBezTo>
                <a:cubicBezTo>
                  <a:pt x="248008" y="6342"/>
                  <a:pt x="11253" y="55908"/>
                  <a:pt x="2526" y="58596"/>
                </a:cubicBezTo>
                <a:cubicBezTo>
                  <a:pt x="-4013" y="60613"/>
                  <a:pt x="3298" y="76897"/>
                  <a:pt x="11322" y="88991"/>
                </a:cubicBezTo>
                <a:cubicBezTo>
                  <a:pt x="11822" y="90092"/>
                  <a:pt x="12590" y="91295"/>
                  <a:pt x="13743" y="92633"/>
                </a:cubicBezTo>
                <a:cubicBezTo>
                  <a:pt x="14000" y="92931"/>
                  <a:pt x="14278" y="93257"/>
                  <a:pt x="14548" y="93569"/>
                </a:cubicBezTo>
                <a:cubicBezTo>
                  <a:pt x="16390" y="96024"/>
                  <a:pt x="18173" y="98129"/>
                  <a:pt x="19747" y="99645"/>
                </a:cubicBezTo>
                <a:cubicBezTo>
                  <a:pt x="57274" y="143670"/>
                  <a:pt x="165339" y="272837"/>
                  <a:pt x="175876" y="283789"/>
                </a:cubicBezTo>
                <a:cubicBezTo>
                  <a:pt x="201662" y="310590"/>
                  <a:pt x="255425" y="296308"/>
                  <a:pt x="244905" y="284084"/>
                </a:cubicBezTo>
                <a:cubicBezTo>
                  <a:pt x="229845" y="266593"/>
                  <a:pt x="162575" y="197090"/>
                  <a:pt x="108774" y="141883"/>
                </a:cubicBezTo>
                <a:cubicBezTo>
                  <a:pt x="128168" y="145021"/>
                  <a:pt x="153392" y="149695"/>
                  <a:pt x="185576" y="157307"/>
                </a:cubicBezTo>
                <a:cubicBezTo>
                  <a:pt x="210941" y="163394"/>
                  <a:pt x="240609" y="171404"/>
                  <a:pt x="274775" y="182726"/>
                </a:cubicBezTo>
                <a:cubicBezTo>
                  <a:pt x="308918" y="194069"/>
                  <a:pt x="347607" y="208667"/>
                  <a:pt x="390504" y="228517"/>
                </a:cubicBezTo>
                <a:cubicBezTo>
                  <a:pt x="433380" y="248368"/>
                  <a:pt x="480509" y="273454"/>
                  <a:pt x="530705" y="306191"/>
                </a:cubicBezTo>
                <a:cubicBezTo>
                  <a:pt x="580844" y="338948"/>
                  <a:pt x="634076" y="379427"/>
                  <a:pt x="687733" y="430386"/>
                </a:cubicBezTo>
                <a:cubicBezTo>
                  <a:pt x="715885" y="457074"/>
                  <a:pt x="747699" y="489375"/>
                  <a:pt x="778612" y="525019"/>
                </a:cubicBezTo>
                <a:cubicBezTo>
                  <a:pt x="809555" y="560616"/>
                  <a:pt x="839549" y="599549"/>
                  <a:pt x="865407" y="637888"/>
                </a:cubicBezTo>
                <a:cubicBezTo>
                  <a:pt x="891347" y="676173"/>
                  <a:pt x="913234" y="713752"/>
                  <a:pt x="929776" y="745459"/>
                </a:cubicBezTo>
                <a:cubicBezTo>
                  <a:pt x="946359" y="777150"/>
                  <a:pt x="957791" y="802858"/>
                  <a:pt x="963634" y="817276"/>
                </a:cubicBezTo>
                <a:cubicBezTo>
                  <a:pt x="977079" y="850469"/>
                  <a:pt x="999758" y="924436"/>
                  <a:pt x="1013622" y="1019478"/>
                </a:cubicBezTo>
                <a:cubicBezTo>
                  <a:pt x="1020586" y="1066956"/>
                  <a:pt x="1025321" y="1119598"/>
                  <a:pt x="1026594" y="1174530"/>
                </a:cubicBezTo>
                <a:cubicBezTo>
                  <a:pt x="1027938" y="1229466"/>
                  <a:pt x="1025761" y="1286655"/>
                  <a:pt x="1020373" y="1343309"/>
                </a:cubicBezTo>
                <a:cubicBezTo>
                  <a:pt x="1014184" y="1408697"/>
                  <a:pt x="1002995" y="1467398"/>
                  <a:pt x="989694" y="1519697"/>
                </a:cubicBezTo>
                <a:cubicBezTo>
                  <a:pt x="976352" y="1572010"/>
                  <a:pt x="960857" y="1617948"/>
                  <a:pt x="945141" y="1658283"/>
                </a:cubicBezTo>
                <a:cubicBezTo>
                  <a:pt x="929381" y="1698615"/>
                  <a:pt x="913403" y="1733365"/>
                  <a:pt x="898349" y="1763413"/>
                </a:cubicBezTo>
                <a:cubicBezTo>
                  <a:pt x="883285" y="1793465"/>
                  <a:pt x="869148" y="1818826"/>
                  <a:pt x="856577" y="1840350"/>
                </a:cubicBezTo>
                <a:cubicBezTo>
                  <a:pt x="831340" y="1883356"/>
                  <a:pt x="812669" y="1911186"/>
                  <a:pt x="801357" y="1929102"/>
                </a:cubicBezTo>
                <a:cubicBezTo>
                  <a:pt x="789948" y="1946961"/>
                  <a:pt x="785693" y="1954820"/>
                  <a:pt x="786505" y="1956246"/>
                </a:cubicBezTo>
                <a:cubicBezTo>
                  <a:pt x="787253" y="1957621"/>
                  <a:pt x="793905" y="1952783"/>
                  <a:pt x="808444" y="1937712"/>
                </a:cubicBezTo>
                <a:cubicBezTo>
                  <a:pt x="822894" y="1922580"/>
                  <a:pt x="845481" y="1897322"/>
                  <a:pt x="875313" y="1855903"/>
                </a:cubicBezTo>
                <a:cubicBezTo>
                  <a:pt x="890178" y="1835172"/>
                  <a:pt x="906778" y="1810353"/>
                  <a:pt x="924413" y="1780469"/>
                </a:cubicBezTo>
                <a:cubicBezTo>
                  <a:pt x="942031" y="1750585"/>
                  <a:pt x="960726" y="1715644"/>
                  <a:pt x="979181" y="1674598"/>
                </a:cubicBezTo>
                <a:cubicBezTo>
                  <a:pt x="997601" y="1633560"/>
                  <a:pt x="1015840" y="1586422"/>
                  <a:pt x="1031751" y="1532288"/>
                </a:cubicBezTo>
                <a:cubicBezTo>
                  <a:pt x="1047627" y="1478175"/>
                  <a:pt x="1061230" y="1417046"/>
                  <a:pt x="1069418" y="1348569"/>
                </a:cubicBezTo>
                <a:cubicBezTo>
                  <a:pt x="1076503" y="1289556"/>
                  <a:pt x="1077631" y="1229545"/>
                  <a:pt x="1073726" y="1172408"/>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lbert Sans Light"/>
              <a:ea typeface="Albert Sans Light"/>
              <a:cs typeface="Albert Sans Light"/>
              <a:sym typeface="Albert Sans Light"/>
            </a:endParaRPr>
          </a:p>
        </p:txBody>
      </p:sp>
      <p:sp>
        <p:nvSpPr>
          <p:cNvPr id="232" name="Google Shape;232;p42"/>
          <p:cNvSpPr txBox="1"/>
          <p:nvPr/>
        </p:nvSpPr>
        <p:spPr>
          <a:xfrm>
            <a:off x="2120265" y="2154866"/>
            <a:ext cx="2074545" cy="238527"/>
          </a:xfrm>
          <a:prstGeom prst="rect">
            <a:avLst/>
          </a:prstGeom>
          <a:noFill/>
          <a:ln>
            <a:noFill/>
          </a:ln>
        </p:spPr>
        <p:txBody>
          <a:bodyPr anchorCtr="0" anchor="t" bIns="34275" lIns="68575" spcFirstLastPara="1" rIns="68575" wrap="square" tIns="34275">
            <a:spAutoFit/>
          </a:bodyPr>
          <a:lstStyle/>
          <a:p>
            <a:pPr indent="0" lvl="0" marL="0" marR="0" rtl="0" algn="ctr">
              <a:lnSpc>
                <a:spcPct val="150000"/>
              </a:lnSpc>
              <a:spcBef>
                <a:spcPts val="0"/>
              </a:spcBef>
              <a:spcAft>
                <a:spcPts val="0"/>
              </a:spcAft>
              <a:buNone/>
            </a:pPr>
            <a:r>
              <a:rPr lang="id" sz="800">
                <a:solidFill>
                  <a:schemeClr val="lt1"/>
                </a:solidFill>
                <a:latin typeface="Boldonse"/>
                <a:ea typeface="Boldonse"/>
                <a:cs typeface="Boldonse"/>
                <a:sym typeface="Boldonse"/>
              </a:rPr>
              <a:t>Organic Compounds</a:t>
            </a:r>
            <a:endParaRPr sz="1100"/>
          </a:p>
        </p:txBody>
      </p:sp>
      <p:pic>
        <p:nvPicPr>
          <p:cNvPr id="233" name="Google Shape;233;p42"/>
          <p:cNvPicPr preferRelativeResize="0"/>
          <p:nvPr/>
        </p:nvPicPr>
        <p:blipFill rotWithShape="1">
          <a:blip r:embed="rId3">
            <a:alphaModFix/>
          </a:blip>
          <a:srcRect b="0" l="2571" r="2570" t="0"/>
          <a:stretch/>
        </p:blipFill>
        <p:spPr>
          <a:xfrm>
            <a:off x="2120504" y="3134916"/>
            <a:ext cx="2074069" cy="1229915"/>
          </a:xfrm>
          <a:custGeom>
            <a:rect b="b" l="l" r="r" t="t"/>
            <a:pathLst>
              <a:path extrusionOk="0" h="1639387" w="2766060">
                <a:moveTo>
                  <a:pt x="273237" y="0"/>
                </a:moveTo>
                <a:lnTo>
                  <a:pt x="2492823" y="0"/>
                </a:lnTo>
                <a:cubicBezTo>
                  <a:pt x="2643728" y="0"/>
                  <a:pt x="2766060" y="122332"/>
                  <a:pt x="2766060" y="273237"/>
                </a:cubicBezTo>
                <a:lnTo>
                  <a:pt x="2766060" y="1366150"/>
                </a:lnTo>
                <a:cubicBezTo>
                  <a:pt x="2766060" y="1517055"/>
                  <a:pt x="2643728" y="1639387"/>
                  <a:pt x="2492823" y="1639387"/>
                </a:cubicBezTo>
                <a:lnTo>
                  <a:pt x="273237" y="1639387"/>
                </a:lnTo>
                <a:cubicBezTo>
                  <a:pt x="122332" y="1639387"/>
                  <a:pt x="0" y="1517055"/>
                  <a:pt x="0" y="1366150"/>
                </a:cubicBezTo>
                <a:lnTo>
                  <a:pt x="0" y="273237"/>
                </a:lnTo>
                <a:cubicBezTo>
                  <a:pt x="0" y="122332"/>
                  <a:pt x="122332" y="0"/>
                  <a:pt x="273237" y="0"/>
                </a:cubicBezTo>
                <a:close/>
              </a:path>
            </a:pathLst>
          </a:custGeom>
          <a:noFill/>
          <a:ln>
            <a:noFill/>
          </a:ln>
        </p:spPr>
      </p:pic>
      <p:pic>
        <p:nvPicPr>
          <p:cNvPr id="234" name="Google Shape;234;p42"/>
          <p:cNvPicPr preferRelativeResize="0"/>
          <p:nvPr/>
        </p:nvPicPr>
        <p:blipFill rotWithShape="1">
          <a:blip r:embed="rId3">
            <a:alphaModFix/>
          </a:blip>
          <a:srcRect b="0" l="2891" r="2890" t="0"/>
          <a:stretch/>
        </p:blipFill>
        <p:spPr>
          <a:xfrm rot="-417854">
            <a:off x="4804172" y="3124200"/>
            <a:ext cx="2080022" cy="1241822"/>
          </a:xfrm>
          <a:custGeom>
            <a:rect b="b" l="l" r="r" t="t"/>
            <a:pathLst>
              <a:path extrusionOk="0" h="1655359" w="2773881">
                <a:moveTo>
                  <a:pt x="2557639" y="21956"/>
                </a:moveTo>
                <a:cubicBezTo>
                  <a:pt x="2681961" y="48331"/>
                  <a:pt x="2774825" y="159168"/>
                  <a:pt x="2773874" y="291207"/>
                </a:cubicBezTo>
                <a:lnTo>
                  <a:pt x="2765996" y="1384092"/>
                </a:lnTo>
                <a:cubicBezTo>
                  <a:pt x="2764908" y="1534993"/>
                  <a:pt x="2641697" y="1656440"/>
                  <a:pt x="2490796" y="1655352"/>
                </a:cubicBezTo>
                <a:lnTo>
                  <a:pt x="271268" y="1639352"/>
                </a:lnTo>
                <a:cubicBezTo>
                  <a:pt x="120367" y="1638265"/>
                  <a:pt x="-1080" y="1515054"/>
                  <a:pt x="8" y="1364153"/>
                </a:cubicBezTo>
                <a:lnTo>
                  <a:pt x="7886" y="271268"/>
                </a:lnTo>
                <a:cubicBezTo>
                  <a:pt x="8974" y="120367"/>
                  <a:pt x="132184" y="-1080"/>
                  <a:pt x="283085" y="8"/>
                </a:cubicBezTo>
                <a:lnTo>
                  <a:pt x="2502613" y="16008"/>
                </a:lnTo>
                <a:cubicBezTo>
                  <a:pt x="2521476" y="16144"/>
                  <a:pt x="2539879" y="18188"/>
                  <a:pt x="2557639" y="21956"/>
                </a:cubicBezTo>
                <a:close/>
              </a:path>
            </a:pathLst>
          </a:cu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43"/>
          <p:cNvSpPr txBox="1"/>
          <p:nvPr/>
        </p:nvSpPr>
        <p:spPr>
          <a:xfrm>
            <a:off x="800100" y="717848"/>
            <a:ext cx="7543800" cy="577081"/>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id" sz="3300">
                <a:solidFill>
                  <a:srgbClr val="0C0C0C"/>
                </a:solidFill>
                <a:latin typeface="Boldonse"/>
                <a:ea typeface="Boldonse"/>
                <a:cs typeface="Boldonse"/>
                <a:sym typeface="Boldonse"/>
              </a:rPr>
              <a:t>Meet our team</a:t>
            </a:r>
            <a:endParaRPr sz="3300">
              <a:solidFill>
                <a:srgbClr val="0C0C0C"/>
              </a:solidFill>
              <a:latin typeface="Boldonse"/>
              <a:ea typeface="Boldonse"/>
              <a:cs typeface="Boldonse"/>
              <a:sym typeface="Boldonse"/>
            </a:endParaRPr>
          </a:p>
        </p:txBody>
      </p:sp>
      <p:sp>
        <p:nvSpPr>
          <p:cNvPr id="240" name="Google Shape;240;p43"/>
          <p:cNvSpPr/>
          <p:nvPr/>
        </p:nvSpPr>
        <p:spPr>
          <a:xfrm>
            <a:off x="800100" y="1504715"/>
            <a:ext cx="1334144" cy="1405890"/>
          </a:xfrm>
          <a:prstGeom prst="roundRect">
            <a:avLst>
              <a:gd fmla="val 11237" name="adj"/>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sp>
        <p:nvSpPr>
          <p:cNvPr id="241" name="Google Shape;241;p43"/>
          <p:cNvSpPr txBox="1"/>
          <p:nvPr/>
        </p:nvSpPr>
        <p:spPr>
          <a:xfrm>
            <a:off x="901208" y="2525386"/>
            <a:ext cx="1131927" cy="253915"/>
          </a:xfrm>
          <a:prstGeom prst="rect">
            <a:avLst/>
          </a:prstGeom>
          <a:noFill/>
          <a:ln>
            <a:noFill/>
          </a:ln>
        </p:spPr>
        <p:txBody>
          <a:bodyPr anchorCtr="0" anchor="t" bIns="34275" lIns="68575" spcFirstLastPara="1" rIns="68575" wrap="square" tIns="34275">
            <a:spAutoFit/>
          </a:bodyPr>
          <a:lstStyle/>
          <a:p>
            <a:pPr indent="0" lvl="0" marL="0" marR="0" rtl="0" algn="ctr">
              <a:lnSpc>
                <a:spcPct val="150000"/>
              </a:lnSpc>
              <a:spcBef>
                <a:spcPts val="0"/>
              </a:spcBef>
              <a:spcAft>
                <a:spcPts val="0"/>
              </a:spcAft>
              <a:buNone/>
            </a:pPr>
            <a:r>
              <a:rPr lang="id" sz="900">
                <a:solidFill>
                  <a:schemeClr val="accent6"/>
                </a:solidFill>
                <a:latin typeface="Boldonse"/>
                <a:ea typeface="Boldonse"/>
                <a:cs typeface="Boldonse"/>
                <a:sym typeface="Boldonse"/>
              </a:rPr>
              <a:t>Ayesha Putri</a:t>
            </a:r>
            <a:endParaRPr sz="900">
              <a:solidFill>
                <a:schemeClr val="accent6"/>
              </a:solidFill>
              <a:latin typeface="Boldonse"/>
              <a:ea typeface="Boldonse"/>
              <a:cs typeface="Boldonse"/>
              <a:sym typeface="Boldonse"/>
            </a:endParaRPr>
          </a:p>
        </p:txBody>
      </p:sp>
      <p:sp>
        <p:nvSpPr>
          <p:cNvPr id="242" name="Google Shape;242;p43"/>
          <p:cNvSpPr/>
          <p:nvPr/>
        </p:nvSpPr>
        <p:spPr>
          <a:xfrm>
            <a:off x="2352514" y="1504715"/>
            <a:ext cx="1334144" cy="1405890"/>
          </a:xfrm>
          <a:prstGeom prst="roundRect">
            <a:avLst>
              <a:gd fmla="val 11237" name="adj"/>
            </a:avLst>
          </a:prstGeom>
          <a:solidFill>
            <a:srgbClr val="F8F8F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sp>
        <p:nvSpPr>
          <p:cNvPr id="243" name="Google Shape;243;p43"/>
          <p:cNvSpPr txBox="1"/>
          <p:nvPr/>
        </p:nvSpPr>
        <p:spPr>
          <a:xfrm>
            <a:off x="2453622" y="2525386"/>
            <a:ext cx="1131927" cy="253915"/>
          </a:xfrm>
          <a:prstGeom prst="rect">
            <a:avLst/>
          </a:prstGeom>
          <a:noFill/>
          <a:ln>
            <a:noFill/>
          </a:ln>
        </p:spPr>
        <p:txBody>
          <a:bodyPr anchorCtr="0" anchor="t" bIns="34275" lIns="68575" spcFirstLastPara="1" rIns="68575" wrap="square" tIns="34275">
            <a:spAutoFit/>
          </a:bodyPr>
          <a:lstStyle/>
          <a:p>
            <a:pPr indent="0" lvl="0" marL="0" marR="0" rtl="0" algn="ctr">
              <a:lnSpc>
                <a:spcPct val="150000"/>
              </a:lnSpc>
              <a:spcBef>
                <a:spcPts val="0"/>
              </a:spcBef>
              <a:spcAft>
                <a:spcPts val="0"/>
              </a:spcAft>
              <a:buNone/>
            </a:pPr>
            <a:r>
              <a:rPr lang="id" sz="900">
                <a:solidFill>
                  <a:srgbClr val="0C0C0C"/>
                </a:solidFill>
                <a:latin typeface="Boldonse"/>
                <a:ea typeface="Boldonse"/>
                <a:cs typeface="Boldonse"/>
                <a:sym typeface="Boldonse"/>
              </a:rPr>
              <a:t>Rayhan Akbar</a:t>
            </a:r>
            <a:endParaRPr sz="900">
              <a:solidFill>
                <a:srgbClr val="0C0C0C"/>
              </a:solidFill>
              <a:latin typeface="Boldonse"/>
              <a:ea typeface="Boldonse"/>
              <a:cs typeface="Boldonse"/>
              <a:sym typeface="Boldonse"/>
            </a:endParaRPr>
          </a:p>
        </p:txBody>
      </p:sp>
      <p:sp>
        <p:nvSpPr>
          <p:cNvPr id="244" name="Google Shape;244;p43"/>
          <p:cNvSpPr/>
          <p:nvPr/>
        </p:nvSpPr>
        <p:spPr>
          <a:xfrm>
            <a:off x="5457341" y="1504715"/>
            <a:ext cx="1334144" cy="1405890"/>
          </a:xfrm>
          <a:prstGeom prst="roundRect">
            <a:avLst>
              <a:gd fmla="val 11237" name="adj"/>
            </a:avLst>
          </a:prstGeom>
          <a:solidFill>
            <a:srgbClr val="F8F8F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sp>
        <p:nvSpPr>
          <p:cNvPr id="245" name="Google Shape;245;p43"/>
          <p:cNvSpPr txBox="1"/>
          <p:nvPr/>
        </p:nvSpPr>
        <p:spPr>
          <a:xfrm>
            <a:off x="5558450" y="2525386"/>
            <a:ext cx="1131927" cy="253915"/>
          </a:xfrm>
          <a:prstGeom prst="rect">
            <a:avLst/>
          </a:prstGeom>
          <a:noFill/>
          <a:ln>
            <a:noFill/>
          </a:ln>
        </p:spPr>
        <p:txBody>
          <a:bodyPr anchorCtr="0" anchor="t" bIns="34275" lIns="68575" spcFirstLastPara="1" rIns="68575" wrap="square" tIns="34275">
            <a:spAutoFit/>
          </a:bodyPr>
          <a:lstStyle/>
          <a:p>
            <a:pPr indent="0" lvl="0" marL="0" marR="0" rtl="0" algn="ctr">
              <a:lnSpc>
                <a:spcPct val="150000"/>
              </a:lnSpc>
              <a:spcBef>
                <a:spcPts val="0"/>
              </a:spcBef>
              <a:spcAft>
                <a:spcPts val="0"/>
              </a:spcAft>
              <a:buNone/>
            </a:pPr>
            <a:r>
              <a:rPr lang="id" sz="900">
                <a:solidFill>
                  <a:srgbClr val="0C0C0C"/>
                </a:solidFill>
                <a:latin typeface="Boldonse"/>
                <a:ea typeface="Boldonse"/>
                <a:cs typeface="Boldonse"/>
                <a:sym typeface="Boldonse"/>
              </a:rPr>
              <a:t>Clara Ayu</a:t>
            </a:r>
            <a:endParaRPr sz="900">
              <a:solidFill>
                <a:srgbClr val="0C0C0C"/>
              </a:solidFill>
              <a:latin typeface="Boldonse"/>
              <a:ea typeface="Boldonse"/>
              <a:cs typeface="Boldonse"/>
              <a:sym typeface="Boldonse"/>
            </a:endParaRPr>
          </a:p>
        </p:txBody>
      </p:sp>
      <p:sp>
        <p:nvSpPr>
          <p:cNvPr id="246" name="Google Shape;246;p43"/>
          <p:cNvSpPr/>
          <p:nvPr/>
        </p:nvSpPr>
        <p:spPr>
          <a:xfrm>
            <a:off x="800100" y="3119424"/>
            <a:ext cx="1334144" cy="1405890"/>
          </a:xfrm>
          <a:prstGeom prst="roundRect">
            <a:avLst>
              <a:gd fmla="val 11237" name="adj"/>
            </a:avLst>
          </a:prstGeom>
          <a:solidFill>
            <a:srgbClr val="F8F8F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sp>
        <p:nvSpPr>
          <p:cNvPr id="247" name="Google Shape;247;p43"/>
          <p:cNvSpPr txBox="1"/>
          <p:nvPr/>
        </p:nvSpPr>
        <p:spPr>
          <a:xfrm>
            <a:off x="901208" y="4140095"/>
            <a:ext cx="1131927" cy="253915"/>
          </a:xfrm>
          <a:prstGeom prst="rect">
            <a:avLst/>
          </a:prstGeom>
          <a:noFill/>
          <a:ln>
            <a:noFill/>
          </a:ln>
        </p:spPr>
        <p:txBody>
          <a:bodyPr anchorCtr="0" anchor="t" bIns="34275" lIns="68575" spcFirstLastPara="1" rIns="68575" wrap="square" tIns="34275">
            <a:spAutoFit/>
          </a:bodyPr>
          <a:lstStyle/>
          <a:p>
            <a:pPr indent="0" lvl="0" marL="0" marR="0" rtl="0" algn="ctr">
              <a:lnSpc>
                <a:spcPct val="150000"/>
              </a:lnSpc>
              <a:spcBef>
                <a:spcPts val="0"/>
              </a:spcBef>
              <a:spcAft>
                <a:spcPts val="0"/>
              </a:spcAft>
              <a:buNone/>
            </a:pPr>
            <a:r>
              <a:rPr lang="id" sz="900">
                <a:solidFill>
                  <a:srgbClr val="0C0C0C"/>
                </a:solidFill>
                <a:latin typeface="Boldonse"/>
                <a:ea typeface="Boldonse"/>
                <a:cs typeface="Boldonse"/>
                <a:sym typeface="Boldonse"/>
              </a:rPr>
              <a:t>Revan Alvaro</a:t>
            </a:r>
            <a:endParaRPr sz="900">
              <a:solidFill>
                <a:srgbClr val="0C0C0C"/>
              </a:solidFill>
              <a:latin typeface="Boldonse"/>
              <a:ea typeface="Boldonse"/>
              <a:cs typeface="Boldonse"/>
              <a:sym typeface="Boldonse"/>
            </a:endParaRPr>
          </a:p>
        </p:txBody>
      </p:sp>
      <p:sp>
        <p:nvSpPr>
          <p:cNvPr id="248" name="Google Shape;248;p43"/>
          <p:cNvSpPr/>
          <p:nvPr/>
        </p:nvSpPr>
        <p:spPr>
          <a:xfrm>
            <a:off x="3904927" y="3119424"/>
            <a:ext cx="1334144" cy="1405890"/>
          </a:xfrm>
          <a:prstGeom prst="roundRect">
            <a:avLst>
              <a:gd fmla="val 11237" name="adj"/>
            </a:avLst>
          </a:prstGeom>
          <a:solidFill>
            <a:srgbClr val="F8F8F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sp>
        <p:nvSpPr>
          <p:cNvPr id="249" name="Google Shape;249;p43"/>
          <p:cNvSpPr txBox="1"/>
          <p:nvPr/>
        </p:nvSpPr>
        <p:spPr>
          <a:xfrm>
            <a:off x="4006036" y="4140095"/>
            <a:ext cx="1131927" cy="253915"/>
          </a:xfrm>
          <a:prstGeom prst="rect">
            <a:avLst/>
          </a:prstGeom>
          <a:noFill/>
          <a:ln>
            <a:noFill/>
          </a:ln>
        </p:spPr>
        <p:txBody>
          <a:bodyPr anchorCtr="0" anchor="t" bIns="34275" lIns="68575" spcFirstLastPara="1" rIns="68575" wrap="square" tIns="34275">
            <a:spAutoFit/>
          </a:bodyPr>
          <a:lstStyle/>
          <a:p>
            <a:pPr indent="0" lvl="0" marL="0" marR="0" rtl="0" algn="ctr">
              <a:lnSpc>
                <a:spcPct val="150000"/>
              </a:lnSpc>
              <a:spcBef>
                <a:spcPts val="0"/>
              </a:spcBef>
              <a:spcAft>
                <a:spcPts val="0"/>
              </a:spcAft>
              <a:buNone/>
            </a:pPr>
            <a:r>
              <a:rPr lang="id" sz="900">
                <a:solidFill>
                  <a:srgbClr val="0C0C0C"/>
                </a:solidFill>
                <a:latin typeface="Boldonse"/>
                <a:ea typeface="Boldonse"/>
                <a:cs typeface="Boldonse"/>
                <a:sym typeface="Boldonse"/>
              </a:rPr>
              <a:t>Hana Lestari</a:t>
            </a:r>
            <a:endParaRPr sz="900">
              <a:solidFill>
                <a:srgbClr val="0C0C0C"/>
              </a:solidFill>
              <a:latin typeface="Boldonse"/>
              <a:ea typeface="Boldonse"/>
              <a:cs typeface="Boldonse"/>
              <a:sym typeface="Boldonse"/>
            </a:endParaRPr>
          </a:p>
        </p:txBody>
      </p:sp>
      <p:sp>
        <p:nvSpPr>
          <p:cNvPr id="250" name="Google Shape;250;p43"/>
          <p:cNvSpPr/>
          <p:nvPr/>
        </p:nvSpPr>
        <p:spPr>
          <a:xfrm>
            <a:off x="5457341" y="3119424"/>
            <a:ext cx="1334144" cy="1405890"/>
          </a:xfrm>
          <a:prstGeom prst="roundRect">
            <a:avLst>
              <a:gd fmla="val 11237" name="adj"/>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sp>
        <p:nvSpPr>
          <p:cNvPr id="251" name="Google Shape;251;p43"/>
          <p:cNvSpPr txBox="1"/>
          <p:nvPr/>
        </p:nvSpPr>
        <p:spPr>
          <a:xfrm>
            <a:off x="5558450" y="4140095"/>
            <a:ext cx="1131927" cy="253915"/>
          </a:xfrm>
          <a:prstGeom prst="rect">
            <a:avLst/>
          </a:prstGeom>
          <a:noFill/>
          <a:ln>
            <a:noFill/>
          </a:ln>
        </p:spPr>
        <p:txBody>
          <a:bodyPr anchorCtr="0" anchor="t" bIns="34275" lIns="68575" spcFirstLastPara="1" rIns="68575" wrap="square" tIns="34275">
            <a:spAutoFit/>
          </a:bodyPr>
          <a:lstStyle/>
          <a:p>
            <a:pPr indent="0" lvl="0" marL="0" marR="0" rtl="0" algn="ctr">
              <a:lnSpc>
                <a:spcPct val="150000"/>
              </a:lnSpc>
              <a:spcBef>
                <a:spcPts val="0"/>
              </a:spcBef>
              <a:spcAft>
                <a:spcPts val="0"/>
              </a:spcAft>
              <a:buNone/>
            </a:pPr>
            <a:r>
              <a:rPr lang="id" sz="900">
                <a:solidFill>
                  <a:schemeClr val="accent6"/>
                </a:solidFill>
                <a:latin typeface="Boldonse"/>
                <a:ea typeface="Boldonse"/>
                <a:cs typeface="Boldonse"/>
                <a:sym typeface="Boldonse"/>
              </a:rPr>
              <a:t>Arka Pratama</a:t>
            </a:r>
            <a:endParaRPr sz="900">
              <a:solidFill>
                <a:schemeClr val="accent6"/>
              </a:solidFill>
              <a:latin typeface="Boldonse"/>
              <a:ea typeface="Boldonse"/>
              <a:cs typeface="Boldonse"/>
              <a:sym typeface="Boldonse"/>
            </a:endParaRPr>
          </a:p>
        </p:txBody>
      </p:sp>
      <p:sp>
        <p:nvSpPr>
          <p:cNvPr id="252" name="Google Shape;252;p43"/>
          <p:cNvSpPr/>
          <p:nvPr/>
        </p:nvSpPr>
        <p:spPr>
          <a:xfrm>
            <a:off x="7009756" y="3119424"/>
            <a:ext cx="1334144" cy="1405890"/>
          </a:xfrm>
          <a:prstGeom prst="roundRect">
            <a:avLst>
              <a:gd fmla="val 11237" name="adj"/>
            </a:avLst>
          </a:prstGeom>
          <a:solidFill>
            <a:srgbClr val="F8F8F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sp>
        <p:nvSpPr>
          <p:cNvPr id="253" name="Google Shape;253;p43"/>
          <p:cNvSpPr txBox="1"/>
          <p:nvPr/>
        </p:nvSpPr>
        <p:spPr>
          <a:xfrm>
            <a:off x="7110864" y="4140095"/>
            <a:ext cx="1131927" cy="253915"/>
          </a:xfrm>
          <a:prstGeom prst="rect">
            <a:avLst/>
          </a:prstGeom>
          <a:noFill/>
          <a:ln>
            <a:noFill/>
          </a:ln>
        </p:spPr>
        <p:txBody>
          <a:bodyPr anchorCtr="0" anchor="t" bIns="34275" lIns="68575" spcFirstLastPara="1" rIns="68575" wrap="square" tIns="34275">
            <a:spAutoFit/>
          </a:bodyPr>
          <a:lstStyle/>
          <a:p>
            <a:pPr indent="0" lvl="0" marL="0" marR="0" rtl="0" algn="ctr">
              <a:lnSpc>
                <a:spcPct val="150000"/>
              </a:lnSpc>
              <a:spcBef>
                <a:spcPts val="0"/>
              </a:spcBef>
              <a:spcAft>
                <a:spcPts val="0"/>
              </a:spcAft>
              <a:buNone/>
            </a:pPr>
            <a:r>
              <a:rPr lang="id" sz="900">
                <a:solidFill>
                  <a:srgbClr val="0C0C0C"/>
                </a:solidFill>
                <a:latin typeface="Boldonse"/>
                <a:ea typeface="Boldonse"/>
                <a:cs typeface="Boldonse"/>
                <a:sym typeface="Boldonse"/>
              </a:rPr>
              <a:t>Keira Anindya</a:t>
            </a:r>
            <a:endParaRPr sz="900">
              <a:solidFill>
                <a:srgbClr val="0C0C0C"/>
              </a:solidFill>
              <a:latin typeface="Boldonse"/>
              <a:ea typeface="Boldonse"/>
              <a:cs typeface="Boldonse"/>
              <a:sym typeface="Boldonse"/>
            </a:endParaRPr>
          </a:p>
        </p:txBody>
      </p:sp>
      <p:sp>
        <p:nvSpPr>
          <p:cNvPr id="254" name="Google Shape;254;p43"/>
          <p:cNvSpPr txBox="1"/>
          <p:nvPr/>
        </p:nvSpPr>
        <p:spPr>
          <a:xfrm>
            <a:off x="2352514" y="3487662"/>
            <a:ext cx="1334143" cy="669414"/>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id" sz="900">
                <a:solidFill>
                  <a:srgbClr val="595959"/>
                </a:solidFill>
                <a:latin typeface="Albert Sans Light"/>
                <a:ea typeface="Albert Sans Light"/>
                <a:cs typeface="Albert Sans Light"/>
                <a:sym typeface="Albert Sans Light"/>
              </a:rPr>
              <a:t>Content researcher and chemistry enthusiast.</a:t>
            </a:r>
            <a:endParaRPr sz="900">
              <a:solidFill>
                <a:srgbClr val="595959"/>
              </a:solidFill>
              <a:latin typeface="Albert Sans Light"/>
              <a:ea typeface="Albert Sans Light"/>
              <a:cs typeface="Albert Sans Light"/>
              <a:sym typeface="Albert Sans Light"/>
            </a:endParaRPr>
          </a:p>
        </p:txBody>
      </p:sp>
      <p:sp>
        <p:nvSpPr>
          <p:cNvPr id="255" name="Google Shape;255;p43"/>
          <p:cNvSpPr txBox="1"/>
          <p:nvPr/>
        </p:nvSpPr>
        <p:spPr>
          <a:xfrm>
            <a:off x="7009757" y="1872470"/>
            <a:ext cx="1334143" cy="669414"/>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id" sz="900">
                <a:solidFill>
                  <a:srgbClr val="595959"/>
                </a:solidFill>
                <a:latin typeface="Albert Sans Light"/>
                <a:ea typeface="Albert Sans Light"/>
                <a:cs typeface="Albert Sans Light"/>
                <a:sym typeface="Albert Sans Light"/>
              </a:rPr>
              <a:t>Creative lead with a passion for science visuals.</a:t>
            </a:r>
            <a:endParaRPr sz="900">
              <a:solidFill>
                <a:srgbClr val="595959"/>
              </a:solidFill>
              <a:latin typeface="Albert Sans Light"/>
              <a:ea typeface="Albert Sans Light"/>
              <a:cs typeface="Albert Sans Light"/>
              <a:sym typeface="Albert Sans Light"/>
            </a:endParaRPr>
          </a:p>
        </p:txBody>
      </p:sp>
      <p:pic>
        <p:nvPicPr>
          <p:cNvPr id="256" name="Google Shape;256;p43"/>
          <p:cNvPicPr preferRelativeResize="0"/>
          <p:nvPr/>
        </p:nvPicPr>
        <p:blipFill rotWithShape="1">
          <a:blip r:embed="rId3">
            <a:alphaModFix/>
          </a:blip>
          <a:srcRect b="0" l="21875" r="21874" t="0"/>
          <a:stretch/>
        </p:blipFill>
        <p:spPr>
          <a:xfrm>
            <a:off x="1064419" y="1635919"/>
            <a:ext cx="806054" cy="806054"/>
          </a:xfrm>
          <a:custGeom>
            <a:rect b="b" l="l" r="r" t="t"/>
            <a:pathLst>
              <a:path extrusionOk="0" h="1075386" w="1075386">
                <a:moveTo>
                  <a:pt x="537693" y="0"/>
                </a:moveTo>
                <a:cubicBezTo>
                  <a:pt x="834653" y="0"/>
                  <a:pt x="1075386" y="240733"/>
                  <a:pt x="1075386" y="537693"/>
                </a:cubicBezTo>
                <a:cubicBezTo>
                  <a:pt x="1075386" y="834653"/>
                  <a:pt x="834653" y="1075386"/>
                  <a:pt x="537693" y="1075386"/>
                </a:cubicBezTo>
                <a:cubicBezTo>
                  <a:pt x="240733" y="1075386"/>
                  <a:pt x="0" y="834653"/>
                  <a:pt x="0" y="537693"/>
                </a:cubicBezTo>
                <a:cubicBezTo>
                  <a:pt x="0" y="240733"/>
                  <a:pt x="240733" y="0"/>
                  <a:pt x="537693" y="0"/>
                </a:cubicBezTo>
                <a:close/>
              </a:path>
            </a:pathLst>
          </a:custGeom>
          <a:noFill/>
          <a:ln>
            <a:noFill/>
          </a:ln>
        </p:spPr>
      </p:pic>
      <p:pic>
        <p:nvPicPr>
          <p:cNvPr id="257" name="Google Shape;257;p43"/>
          <p:cNvPicPr preferRelativeResize="0"/>
          <p:nvPr/>
        </p:nvPicPr>
        <p:blipFill rotWithShape="1">
          <a:blip r:embed="rId3">
            <a:alphaModFix/>
          </a:blip>
          <a:srcRect b="0" l="21833" r="21833" t="0"/>
          <a:stretch/>
        </p:blipFill>
        <p:spPr>
          <a:xfrm>
            <a:off x="2615803" y="1635919"/>
            <a:ext cx="807244" cy="806054"/>
          </a:xfrm>
          <a:custGeom>
            <a:rect b="b" l="l" r="r" t="t"/>
            <a:pathLst>
              <a:path extrusionOk="0" h="1075386" w="1075386">
                <a:moveTo>
                  <a:pt x="537693" y="0"/>
                </a:moveTo>
                <a:cubicBezTo>
                  <a:pt x="834653" y="0"/>
                  <a:pt x="1075386" y="240733"/>
                  <a:pt x="1075386" y="537693"/>
                </a:cubicBezTo>
                <a:cubicBezTo>
                  <a:pt x="1075386" y="834653"/>
                  <a:pt x="834653" y="1075386"/>
                  <a:pt x="537693" y="1075386"/>
                </a:cubicBezTo>
                <a:cubicBezTo>
                  <a:pt x="240733" y="1075386"/>
                  <a:pt x="0" y="834653"/>
                  <a:pt x="0" y="537693"/>
                </a:cubicBezTo>
                <a:cubicBezTo>
                  <a:pt x="0" y="240733"/>
                  <a:pt x="240733" y="0"/>
                  <a:pt x="537693" y="0"/>
                </a:cubicBezTo>
                <a:close/>
              </a:path>
            </a:pathLst>
          </a:custGeom>
          <a:noFill/>
          <a:ln>
            <a:noFill/>
          </a:ln>
        </p:spPr>
      </p:pic>
      <p:pic>
        <p:nvPicPr>
          <p:cNvPr id="258" name="Google Shape;258;p43"/>
          <p:cNvPicPr preferRelativeResize="0"/>
          <p:nvPr/>
        </p:nvPicPr>
        <p:blipFill rotWithShape="1">
          <a:blip r:embed="rId3">
            <a:alphaModFix/>
          </a:blip>
          <a:srcRect b="0" l="21915" r="21916" t="0"/>
          <a:stretch/>
        </p:blipFill>
        <p:spPr>
          <a:xfrm>
            <a:off x="1064419" y="3250406"/>
            <a:ext cx="806054" cy="807244"/>
          </a:xfrm>
          <a:custGeom>
            <a:rect b="b" l="l" r="r" t="t"/>
            <a:pathLst>
              <a:path extrusionOk="0" h="1075386" w="1075386">
                <a:moveTo>
                  <a:pt x="537693" y="0"/>
                </a:moveTo>
                <a:cubicBezTo>
                  <a:pt x="834653" y="0"/>
                  <a:pt x="1075386" y="240733"/>
                  <a:pt x="1075386" y="537693"/>
                </a:cubicBezTo>
                <a:cubicBezTo>
                  <a:pt x="1075386" y="834653"/>
                  <a:pt x="834653" y="1075386"/>
                  <a:pt x="537693" y="1075386"/>
                </a:cubicBezTo>
                <a:cubicBezTo>
                  <a:pt x="240733" y="1075386"/>
                  <a:pt x="0" y="834653"/>
                  <a:pt x="0" y="537693"/>
                </a:cubicBezTo>
                <a:cubicBezTo>
                  <a:pt x="0" y="240733"/>
                  <a:pt x="240733" y="0"/>
                  <a:pt x="537693" y="0"/>
                </a:cubicBezTo>
                <a:close/>
              </a:path>
            </a:pathLst>
          </a:custGeom>
          <a:noFill/>
          <a:ln>
            <a:noFill/>
          </a:ln>
        </p:spPr>
      </p:pic>
      <p:pic>
        <p:nvPicPr>
          <p:cNvPr id="259" name="Google Shape;259;p43"/>
          <p:cNvPicPr preferRelativeResize="0"/>
          <p:nvPr/>
        </p:nvPicPr>
        <p:blipFill rotWithShape="1">
          <a:blip r:embed="rId3">
            <a:alphaModFix/>
          </a:blip>
          <a:srcRect b="0" l="21833" r="21833" t="0"/>
          <a:stretch/>
        </p:blipFill>
        <p:spPr>
          <a:xfrm>
            <a:off x="5720954" y="1635919"/>
            <a:ext cx="807244" cy="806054"/>
          </a:xfrm>
          <a:custGeom>
            <a:rect b="b" l="l" r="r" t="t"/>
            <a:pathLst>
              <a:path extrusionOk="0" h="1075386" w="1075386">
                <a:moveTo>
                  <a:pt x="537693" y="0"/>
                </a:moveTo>
                <a:cubicBezTo>
                  <a:pt x="834653" y="0"/>
                  <a:pt x="1075386" y="240733"/>
                  <a:pt x="1075386" y="537693"/>
                </a:cubicBezTo>
                <a:cubicBezTo>
                  <a:pt x="1075386" y="834653"/>
                  <a:pt x="834653" y="1075386"/>
                  <a:pt x="537693" y="1075386"/>
                </a:cubicBezTo>
                <a:cubicBezTo>
                  <a:pt x="240733" y="1075386"/>
                  <a:pt x="0" y="834653"/>
                  <a:pt x="0" y="537693"/>
                </a:cubicBezTo>
                <a:cubicBezTo>
                  <a:pt x="0" y="240733"/>
                  <a:pt x="240733" y="0"/>
                  <a:pt x="537693" y="0"/>
                </a:cubicBezTo>
                <a:close/>
              </a:path>
            </a:pathLst>
          </a:custGeom>
          <a:noFill/>
          <a:ln>
            <a:noFill/>
          </a:ln>
        </p:spPr>
      </p:pic>
      <p:pic>
        <p:nvPicPr>
          <p:cNvPr id="260" name="Google Shape;260;p43"/>
          <p:cNvPicPr preferRelativeResize="0"/>
          <p:nvPr/>
        </p:nvPicPr>
        <p:blipFill rotWithShape="1">
          <a:blip r:embed="rId3">
            <a:alphaModFix/>
          </a:blip>
          <a:srcRect b="0" l="21875" r="21874" t="0"/>
          <a:stretch/>
        </p:blipFill>
        <p:spPr>
          <a:xfrm>
            <a:off x="4168379" y="3250406"/>
            <a:ext cx="807244" cy="807244"/>
          </a:xfrm>
          <a:custGeom>
            <a:rect b="b" l="l" r="r" t="t"/>
            <a:pathLst>
              <a:path extrusionOk="0" h="1075386" w="1075386">
                <a:moveTo>
                  <a:pt x="537693" y="0"/>
                </a:moveTo>
                <a:cubicBezTo>
                  <a:pt x="834653" y="0"/>
                  <a:pt x="1075386" y="240733"/>
                  <a:pt x="1075386" y="537693"/>
                </a:cubicBezTo>
                <a:cubicBezTo>
                  <a:pt x="1075386" y="834653"/>
                  <a:pt x="834653" y="1075386"/>
                  <a:pt x="537693" y="1075386"/>
                </a:cubicBezTo>
                <a:cubicBezTo>
                  <a:pt x="240733" y="1075386"/>
                  <a:pt x="0" y="834653"/>
                  <a:pt x="0" y="537693"/>
                </a:cubicBezTo>
                <a:cubicBezTo>
                  <a:pt x="0" y="240733"/>
                  <a:pt x="240733" y="0"/>
                  <a:pt x="537693" y="0"/>
                </a:cubicBezTo>
                <a:close/>
              </a:path>
            </a:pathLst>
          </a:custGeom>
          <a:noFill/>
          <a:ln>
            <a:noFill/>
          </a:ln>
        </p:spPr>
      </p:pic>
      <p:pic>
        <p:nvPicPr>
          <p:cNvPr id="261" name="Google Shape;261;p43"/>
          <p:cNvPicPr preferRelativeResize="0"/>
          <p:nvPr/>
        </p:nvPicPr>
        <p:blipFill rotWithShape="1">
          <a:blip r:embed="rId3">
            <a:alphaModFix/>
          </a:blip>
          <a:srcRect b="0" l="21875" r="21874" t="0"/>
          <a:stretch/>
        </p:blipFill>
        <p:spPr>
          <a:xfrm>
            <a:off x="5720954" y="3250406"/>
            <a:ext cx="807244" cy="807244"/>
          </a:xfrm>
          <a:custGeom>
            <a:rect b="b" l="l" r="r" t="t"/>
            <a:pathLst>
              <a:path extrusionOk="0" h="1075386" w="1075386">
                <a:moveTo>
                  <a:pt x="537693" y="0"/>
                </a:moveTo>
                <a:cubicBezTo>
                  <a:pt x="834653" y="0"/>
                  <a:pt x="1075386" y="240733"/>
                  <a:pt x="1075386" y="537693"/>
                </a:cubicBezTo>
                <a:cubicBezTo>
                  <a:pt x="1075386" y="834653"/>
                  <a:pt x="834653" y="1075386"/>
                  <a:pt x="537693" y="1075386"/>
                </a:cubicBezTo>
                <a:cubicBezTo>
                  <a:pt x="240733" y="1075386"/>
                  <a:pt x="0" y="834653"/>
                  <a:pt x="0" y="537693"/>
                </a:cubicBezTo>
                <a:cubicBezTo>
                  <a:pt x="0" y="240733"/>
                  <a:pt x="240733" y="0"/>
                  <a:pt x="537693" y="0"/>
                </a:cubicBezTo>
                <a:close/>
              </a:path>
            </a:pathLst>
          </a:custGeom>
          <a:noFill/>
          <a:ln>
            <a:noFill/>
          </a:ln>
        </p:spPr>
      </p:pic>
      <p:pic>
        <p:nvPicPr>
          <p:cNvPr id="262" name="Google Shape;262;p43"/>
          <p:cNvPicPr preferRelativeResize="0"/>
          <p:nvPr/>
        </p:nvPicPr>
        <p:blipFill rotWithShape="1">
          <a:blip r:embed="rId3">
            <a:alphaModFix/>
          </a:blip>
          <a:srcRect b="0" l="21915" r="21916" t="0"/>
          <a:stretch/>
        </p:blipFill>
        <p:spPr>
          <a:xfrm>
            <a:off x="7273529" y="3250406"/>
            <a:ext cx="806053" cy="807244"/>
          </a:xfrm>
          <a:custGeom>
            <a:rect b="b" l="l" r="r" t="t"/>
            <a:pathLst>
              <a:path extrusionOk="0" h="1075386" w="1075386">
                <a:moveTo>
                  <a:pt x="537693" y="0"/>
                </a:moveTo>
                <a:cubicBezTo>
                  <a:pt x="834653" y="0"/>
                  <a:pt x="1075386" y="240733"/>
                  <a:pt x="1075386" y="537693"/>
                </a:cubicBezTo>
                <a:cubicBezTo>
                  <a:pt x="1075386" y="834653"/>
                  <a:pt x="834653" y="1075386"/>
                  <a:pt x="537693" y="1075386"/>
                </a:cubicBezTo>
                <a:cubicBezTo>
                  <a:pt x="240733" y="1075386"/>
                  <a:pt x="0" y="834653"/>
                  <a:pt x="0" y="537693"/>
                </a:cubicBezTo>
                <a:cubicBezTo>
                  <a:pt x="0" y="240733"/>
                  <a:pt x="240733" y="0"/>
                  <a:pt x="537693" y="0"/>
                </a:cubicBezTo>
                <a:close/>
              </a:path>
            </a:pathLst>
          </a:cu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4"/>
          <p:cNvSpPr txBox="1"/>
          <p:nvPr/>
        </p:nvSpPr>
        <p:spPr>
          <a:xfrm>
            <a:off x="800099" y="614978"/>
            <a:ext cx="3131821" cy="1215718"/>
          </a:xfrm>
          <a:prstGeom prst="rect">
            <a:avLst/>
          </a:prstGeom>
          <a:noFill/>
          <a:ln>
            <a:noFill/>
          </a:ln>
        </p:spPr>
        <p:txBody>
          <a:bodyPr anchorCtr="0" anchor="t" bIns="34275" lIns="68575" spcFirstLastPara="1" rIns="68575" wrap="square" tIns="34275">
            <a:spAutoFit/>
          </a:bodyPr>
          <a:lstStyle/>
          <a:p>
            <a:pPr indent="0" lvl="0" marL="0" marR="0" rtl="0" algn="l">
              <a:lnSpc>
                <a:spcPct val="130000"/>
              </a:lnSpc>
              <a:spcBef>
                <a:spcPts val="0"/>
              </a:spcBef>
              <a:spcAft>
                <a:spcPts val="0"/>
              </a:spcAft>
              <a:buNone/>
            </a:pPr>
            <a:r>
              <a:rPr lang="id" sz="3000">
                <a:solidFill>
                  <a:srgbClr val="0C0C0C"/>
                </a:solidFill>
                <a:latin typeface="Boldonse"/>
                <a:ea typeface="Boldonse"/>
                <a:cs typeface="Boldonse"/>
                <a:sym typeface="Boldonse"/>
              </a:rPr>
              <a:t>Concepts in chemistry</a:t>
            </a:r>
            <a:endParaRPr sz="1100"/>
          </a:p>
        </p:txBody>
      </p:sp>
      <p:sp>
        <p:nvSpPr>
          <p:cNvPr id="268" name="Google Shape;268;p44"/>
          <p:cNvSpPr txBox="1"/>
          <p:nvPr/>
        </p:nvSpPr>
        <p:spPr>
          <a:xfrm>
            <a:off x="800100" y="1985010"/>
            <a:ext cx="3512713" cy="877163"/>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id" sz="900">
                <a:solidFill>
                  <a:srgbClr val="595959"/>
                </a:solidFill>
                <a:latin typeface="Albert Sans Light"/>
                <a:ea typeface="Albert Sans Light"/>
                <a:cs typeface="Albert Sans Light"/>
                <a:sym typeface="Albert Sans Light"/>
              </a:rPr>
              <a:t>Lorem ipsum dolor sit amet, consectetuer adipiscing elit. Aenean commodo ligula eget dolor. Aenean massa. Cum sociis natoque penatibus et magnis dis parturient montes, nascetur ridiculus mus. Donec quam felis, ultricies</a:t>
            </a:r>
            <a:endParaRPr sz="900">
              <a:solidFill>
                <a:srgbClr val="595959"/>
              </a:solidFill>
              <a:latin typeface="Albert Sans Light"/>
              <a:ea typeface="Albert Sans Light"/>
              <a:cs typeface="Albert Sans Light"/>
              <a:sym typeface="Albert Sans Light"/>
            </a:endParaRPr>
          </a:p>
        </p:txBody>
      </p:sp>
      <p:grpSp>
        <p:nvGrpSpPr>
          <p:cNvPr id="269" name="Google Shape;269;p44"/>
          <p:cNvGrpSpPr/>
          <p:nvPr/>
        </p:nvGrpSpPr>
        <p:grpSpPr>
          <a:xfrm>
            <a:off x="800100" y="3395601"/>
            <a:ext cx="682228" cy="315684"/>
            <a:chOff x="1066800" y="4484463"/>
            <a:chExt cx="909638" cy="420912"/>
          </a:xfrm>
        </p:grpSpPr>
        <p:sp>
          <p:nvSpPr>
            <p:cNvPr id="270" name="Google Shape;270;p44"/>
            <p:cNvSpPr/>
            <p:nvPr/>
          </p:nvSpPr>
          <p:spPr>
            <a:xfrm>
              <a:off x="1066800" y="4484463"/>
              <a:ext cx="909638" cy="420912"/>
            </a:xfrm>
            <a:prstGeom prst="roundRect">
              <a:avLst>
                <a:gd fmla="val 50000" name="adj"/>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700">
                <a:solidFill>
                  <a:schemeClr val="accent6"/>
                </a:solidFill>
                <a:latin typeface="Albert Sans Light"/>
                <a:ea typeface="Albert Sans Light"/>
                <a:cs typeface="Albert Sans Light"/>
                <a:sym typeface="Albert Sans Light"/>
              </a:endParaRPr>
            </a:p>
          </p:txBody>
        </p:sp>
        <p:sp>
          <p:nvSpPr>
            <p:cNvPr id="271" name="Google Shape;271;p44"/>
            <p:cNvSpPr txBox="1"/>
            <p:nvPr/>
          </p:nvSpPr>
          <p:spPr>
            <a:xfrm>
              <a:off x="1185276" y="4589318"/>
              <a:ext cx="672686" cy="230832"/>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id" sz="700">
                  <a:solidFill>
                    <a:schemeClr val="accent6"/>
                  </a:solidFill>
                  <a:latin typeface="Boldonse"/>
                  <a:ea typeface="Boldonse"/>
                  <a:cs typeface="Boldonse"/>
                  <a:sym typeface="Boldonse"/>
                </a:rPr>
                <a:t>Atoms</a:t>
              </a:r>
              <a:endParaRPr sz="700">
                <a:solidFill>
                  <a:schemeClr val="accent6"/>
                </a:solidFill>
                <a:latin typeface="Boldonse"/>
                <a:ea typeface="Boldonse"/>
                <a:cs typeface="Boldonse"/>
                <a:sym typeface="Boldonse"/>
              </a:endParaRPr>
            </a:p>
          </p:txBody>
        </p:sp>
      </p:grpSp>
      <p:grpSp>
        <p:nvGrpSpPr>
          <p:cNvPr id="272" name="Google Shape;272;p44"/>
          <p:cNvGrpSpPr/>
          <p:nvPr/>
        </p:nvGrpSpPr>
        <p:grpSpPr>
          <a:xfrm>
            <a:off x="1584867" y="3395601"/>
            <a:ext cx="820342" cy="315684"/>
            <a:chOff x="1129416" y="4484463"/>
            <a:chExt cx="784407" cy="420912"/>
          </a:xfrm>
        </p:grpSpPr>
        <p:sp>
          <p:nvSpPr>
            <p:cNvPr id="273" name="Google Shape;273;p44"/>
            <p:cNvSpPr/>
            <p:nvPr/>
          </p:nvSpPr>
          <p:spPr>
            <a:xfrm>
              <a:off x="1129416" y="4484463"/>
              <a:ext cx="784407" cy="420912"/>
            </a:xfrm>
            <a:prstGeom prst="roundRect">
              <a:avLst>
                <a:gd fmla="val 50000" name="adj"/>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700">
                <a:solidFill>
                  <a:schemeClr val="accent6"/>
                </a:solidFill>
                <a:latin typeface="Albert Sans Light"/>
                <a:ea typeface="Albert Sans Light"/>
                <a:cs typeface="Albert Sans Light"/>
                <a:sym typeface="Albert Sans Light"/>
              </a:endParaRPr>
            </a:p>
          </p:txBody>
        </p:sp>
        <p:sp>
          <p:nvSpPr>
            <p:cNvPr id="274" name="Google Shape;274;p44"/>
            <p:cNvSpPr txBox="1"/>
            <p:nvPr/>
          </p:nvSpPr>
          <p:spPr>
            <a:xfrm>
              <a:off x="1157429" y="4576862"/>
              <a:ext cx="728400" cy="2361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id" sz="700">
                  <a:solidFill>
                    <a:schemeClr val="accent6"/>
                  </a:solidFill>
                  <a:latin typeface="Boldonse"/>
                  <a:ea typeface="Boldonse"/>
                  <a:cs typeface="Boldonse"/>
                  <a:sym typeface="Boldonse"/>
                </a:rPr>
                <a:t>Molecules</a:t>
              </a:r>
              <a:endParaRPr sz="700">
                <a:solidFill>
                  <a:schemeClr val="accent6"/>
                </a:solidFill>
                <a:latin typeface="Boldonse"/>
                <a:ea typeface="Boldonse"/>
                <a:cs typeface="Boldonse"/>
                <a:sym typeface="Boldonse"/>
              </a:endParaRPr>
            </a:p>
          </p:txBody>
        </p:sp>
      </p:grpSp>
      <p:grpSp>
        <p:nvGrpSpPr>
          <p:cNvPr id="275" name="Google Shape;275;p44"/>
          <p:cNvGrpSpPr/>
          <p:nvPr/>
        </p:nvGrpSpPr>
        <p:grpSpPr>
          <a:xfrm>
            <a:off x="2507747" y="3395601"/>
            <a:ext cx="820342" cy="315684"/>
            <a:chOff x="1129416" y="4484463"/>
            <a:chExt cx="784407" cy="420912"/>
          </a:xfrm>
        </p:grpSpPr>
        <p:sp>
          <p:nvSpPr>
            <p:cNvPr id="276" name="Google Shape;276;p44"/>
            <p:cNvSpPr/>
            <p:nvPr/>
          </p:nvSpPr>
          <p:spPr>
            <a:xfrm>
              <a:off x="1129416" y="4484463"/>
              <a:ext cx="784407" cy="420912"/>
            </a:xfrm>
            <a:prstGeom prst="roundRect">
              <a:avLst>
                <a:gd fmla="val 50000" name="adj"/>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700">
                <a:solidFill>
                  <a:schemeClr val="accent6"/>
                </a:solidFill>
                <a:latin typeface="Albert Sans Light"/>
                <a:ea typeface="Albert Sans Light"/>
                <a:cs typeface="Albert Sans Light"/>
                <a:sym typeface="Albert Sans Light"/>
              </a:endParaRPr>
            </a:p>
          </p:txBody>
        </p:sp>
        <p:sp>
          <p:nvSpPr>
            <p:cNvPr id="277" name="Google Shape;277;p44"/>
            <p:cNvSpPr txBox="1"/>
            <p:nvPr/>
          </p:nvSpPr>
          <p:spPr>
            <a:xfrm>
              <a:off x="1185276" y="4589318"/>
              <a:ext cx="672686" cy="230832"/>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id" sz="700">
                  <a:solidFill>
                    <a:schemeClr val="accent6"/>
                  </a:solidFill>
                  <a:latin typeface="Boldonse"/>
                  <a:ea typeface="Boldonse"/>
                  <a:cs typeface="Boldonse"/>
                  <a:sym typeface="Boldonse"/>
                </a:rPr>
                <a:t>Reactions</a:t>
              </a:r>
              <a:endParaRPr sz="700">
                <a:solidFill>
                  <a:schemeClr val="accent6"/>
                </a:solidFill>
                <a:latin typeface="Boldonse"/>
                <a:ea typeface="Boldonse"/>
                <a:cs typeface="Boldonse"/>
                <a:sym typeface="Boldonse"/>
              </a:endParaRPr>
            </a:p>
          </p:txBody>
        </p:sp>
      </p:grpSp>
      <p:grpSp>
        <p:nvGrpSpPr>
          <p:cNvPr id="278" name="Google Shape;278;p44"/>
          <p:cNvGrpSpPr/>
          <p:nvPr/>
        </p:nvGrpSpPr>
        <p:grpSpPr>
          <a:xfrm>
            <a:off x="3430628" y="3395601"/>
            <a:ext cx="717235" cy="315684"/>
            <a:chOff x="1178711" y="4484463"/>
            <a:chExt cx="685817" cy="420912"/>
          </a:xfrm>
        </p:grpSpPr>
        <p:sp>
          <p:nvSpPr>
            <p:cNvPr id="279" name="Google Shape;279;p44"/>
            <p:cNvSpPr/>
            <p:nvPr/>
          </p:nvSpPr>
          <p:spPr>
            <a:xfrm>
              <a:off x="1178711" y="4484463"/>
              <a:ext cx="685817" cy="420912"/>
            </a:xfrm>
            <a:prstGeom prst="roundRect">
              <a:avLst>
                <a:gd fmla="val 50000" name="adj"/>
              </a:avLst>
            </a:prstGeom>
            <a:solidFill>
              <a:schemeClr val="accent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700">
                <a:solidFill>
                  <a:schemeClr val="accent6"/>
                </a:solidFill>
                <a:latin typeface="Albert Sans Light"/>
                <a:ea typeface="Albert Sans Light"/>
                <a:cs typeface="Albert Sans Light"/>
                <a:sym typeface="Albert Sans Light"/>
              </a:endParaRPr>
            </a:p>
          </p:txBody>
        </p:sp>
        <p:sp>
          <p:nvSpPr>
            <p:cNvPr id="280" name="Google Shape;280;p44"/>
            <p:cNvSpPr txBox="1"/>
            <p:nvPr/>
          </p:nvSpPr>
          <p:spPr>
            <a:xfrm>
              <a:off x="1212476" y="4576862"/>
              <a:ext cx="618300" cy="2361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id" sz="700">
                  <a:solidFill>
                    <a:schemeClr val="accent6"/>
                  </a:solidFill>
                  <a:latin typeface="Boldonse"/>
                  <a:ea typeface="Boldonse"/>
                  <a:cs typeface="Boldonse"/>
                  <a:sym typeface="Boldonse"/>
                </a:rPr>
                <a:t>Elements</a:t>
              </a:r>
              <a:endParaRPr sz="700">
                <a:solidFill>
                  <a:schemeClr val="accent6"/>
                </a:solidFill>
                <a:latin typeface="Boldonse"/>
                <a:ea typeface="Boldonse"/>
                <a:cs typeface="Boldonse"/>
                <a:sym typeface="Boldonse"/>
              </a:endParaRPr>
            </a:p>
          </p:txBody>
        </p:sp>
      </p:grpSp>
      <p:grpSp>
        <p:nvGrpSpPr>
          <p:cNvPr id="281" name="Google Shape;281;p44"/>
          <p:cNvGrpSpPr/>
          <p:nvPr/>
        </p:nvGrpSpPr>
        <p:grpSpPr>
          <a:xfrm>
            <a:off x="800100" y="3799246"/>
            <a:ext cx="717235" cy="315684"/>
            <a:chOff x="1178711" y="4484463"/>
            <a:chExt cx="685817" cy="420912"/>
          </a:xfrm>
        </p:grpSpPr>
        <p:sp>
          <p:nvSpPr>
            <p:cNvPr id="282" name="Google Shape;282;p44"/>
            <p:cNvSpPr/>
            <p:nvPr/>
          </p:nvSpPr>
          <p:spPr>
            <a:xfrm>
              <a:off x="1178711" y="4484463"/>
              <a:ext cx="685817" cy="420912"/>
            </a:xfrm>
            <a:prstGeom prst="roundRect">
              <a:avLst>
                <a:gd fmla="val 50000" name="adj"/>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700">
                <a:solidFill>
                  <a:schemeClr val="accent6"/>
                </a:solidFill>
                <a:latin typeface="Albert Sans Light"/>
                <a:ea typeface="Albert Sans Light"/>
                <a:cs typeface="Albert Sans Light"/>
                <a:sym typeface="Albert Sans Light"/>
              </a:endParaRPr>
            </a:p>
          </p:txBody>
        </p:sp>
        <p:sp>
          <p:nvSpPr>
            <p:cNvPr id="283" name="Google Shape;283;p44"/>
            <p:cNvSpPr txBox="1"/>
            <p:nvPr/>
          </p:nvSpPr>
          <p:spPr>
            <a:xfrm>
              <a:off x="1224819" y="4589318"/>
              <a:ext cx="593601" cy="230832"/>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id" sz="700">
                  <a:solidFill>
                    <a:schemeClr val="accent6"/>
                  </a:solidFill>
                  <a:latin typeface="Boldonse"/>
                  <a:ea typeface="Boldonse"/>
                  <a:cs typeface="Boldonse"/>
                  <a:sym typeface="Boldonse"/>
                </a:rPr>
                <a:t>Periodic </a:t>
              </a:r>
              <a:endParaRPr sz="700">
                <a:solidFill>
                  <a:schemeClr val="accent6"/>
                </a:solidFill>
                <a:latin typeface="Boldonse"/>
                <a:ea typeface="Boldonse"/>
                <a:cs typeface="Boldonse"/>
                <a:sym typeface="Boldonse"/>
              </a:endParaRPr>
            </a:p>
          </p:txBody>
        </p:sp>
      </p:grpSp>
      <p:grpSp>
        <p:nvGrpSpPr>
          <p:cNvPr id="284" name="Google Shape;284;p44"/>
          <p:cNvGrpSpPr/>
          <p:nvPr/>
        </p:nvGrpSpPr>
        <p:grpSpPr>
          <a:xfrm>
            <a:off x="1584107" y="3799246"/>
            <a:ext cx="682228" cy="315684"/>
            <a:chOff x="1066800" y="4484463"/>
            <a:chExt cx="909638" cy="420912"/>
          </a:xfrm>
        </p:grpSpPr>
        <p:sp>
          <p:nvSpPr>
            <p:cNvPr id="285" name="Google Shape;285;p44"/>
            <p:cNvSpPr/>
            <p:nvPr/>
          </p:nvSpPr>
          <p:spPr>
            <a:xfrm>
              <a:off x="1066800" y="4484463"/>
              <a:ext cx="909638" cy="420912"/>
            </a:xfrm>
            <a:prstGeom prst="roundRect">
              <a:avLst>
                <a:gd fmla="val 50000" name="adj"/>
              </a:avLst>
            </a:prstGeom>
            <a:solidFill>
              <a:schemeClr val="accent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700">
                <a:solidFill>
                  <a:schemeClr val="accent6"/>
                </a:solidFill>
                <a:latin typeface="Albert Sans Light"/>
                <a:ea typeface="Albert Sans Light"/>
                <a:cs typeface="Albert Sans Light"/>
                <a:sym typeface="Albert Sans Light"/>
              </a:endParaRPr>
            </a:p>
          </p:txBody>
        </p:sp>
        <p:sp>
          <p:nvSpPr>
            <p:cNvPr id="286" name="Google Shape;286;p44"/>
            <p:cNvSpPr txBox="1"/>
            <p:nvPr/>
          </p:nvSpPr>
          <p:spPr>
            <a:xfrm>
              <a:off x="1185276" y="4589318"/>
              <a:ext cx="672686" cy="230832"/>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id" sz="700">
                  <a:solidFill>
                    <a:schemeClr val="accent6"/>
                  </a:solidFill>
                  <a:latin typeface="Boldonse"/>
                  <a:ea typeface="Boldonse"/>
                  <a:cs typeface="Boldonse"/>
                  <a:sym typeface="Boldonse"/>
                </a:rPr>
                <a:t>Acids</a:t>
              </a:r>
              <a:endParaRPr sz="700">
                <a:solidFill>
                  <a:schemeClr val="accent6"/>
                </a:solidFill>
                <a:latin typeface="Boldonse"/>
                <a:ea typeface="Boldonse"/>
                <a:cs typeface="Boldonse"/>
                <a:sym typeface="Boldonse"/>
              </a:endParaRPr>
            </a:p>
          </p:txBody>
        </p:sp>
      </p:grpSp>
      <p:grpSp>
        <p:nvGrpSpPr>
          <p:cNvPr id="287" name="Google Shape;287;p44"/>
          <p:cNvGrpSpPr/>
          <p:nvPr/>
        </p:nvGrpSpPr>
        <p:grpSpPr>
          <a:xfrm rot="929431">
            <a:off x="2362873" y="3875297"/>
            <a:ext cx="682229" cy="315684"/>
            <a:chOff x="1066800" y="4484463"/>
            <a:chExt cx="909638" cy="420912"/>
          </a:xfrm>
        </p:grpSpPr>
        <p:sp>
          <p:nvSpPr>
            <p:cNvPr id="288" name="Google Shape;288;p44"/>
            <p:cNvSpPr/>
            <p:nvPr/>
          </p:nvSpPr>
          <p:spPr>
            <a:xfrm>
              <a:off x="1066800" y="4484463"/>
              <a:ext cx="909638" cy="420912"/>
            </a:xfrm>
            <a:prstGeom prst="roundRect">
              <a:avLst>
                <a:gd fmla="val 50000" name="adj"/>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700">
                <a:solidFill>
                  <a:schemeClr val="accent6"/>
                </a:solidFill>
                <a:latin typeface="Albert Sans Light"/>
                <a:ea typeface="Albert Sans Light"/>
                <a:cs typeface="Albert Sans Light"/>
                <a:sym typeface="Albert Sans Light"/>
              </a:endParaRPr>
            </a:p>
          </p:txBody>
        </p:sp>
        <p:sp>
          <p:nvSpPr>
            <p:cNvPr id="289" name="Google Shape;289;p44"/>
            <p:cNvSpPr txBox="1"/>
            <p:nvPr/>
          </p:nvSpPr>
          <p:spPr>
            <a:xfrm>
              <a:off x="1185276" y="4589318"/>
              <a:ext cx="672686" cy="230832"/>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id" sz="700">
                  <a:solidFill>
                    <a:schemeClr val="accent6"/>
                  </a:solidFill>
                  <a:latin typeface="Boldonse"/>
                  <a:ea typeface="Boldonse"/>
                  <a:cs typeface="Boldonse"/>
                  <a:sym typeface="Boldonse"/>
                </a:rPr>
                <a:t>Bonds</a:t>
              </a:r>
              <a:endParaRPr sz="700">
                <a:solidFill>
                  <a:schemeClr val="accent6"/>
                </a:solidFill>
                <a:latin typeface="Boldonse"/>
                <a:ea typeface="Boldonse"/>
                <a:cs typeface="Boldonse"/>
                <a:sym typeface="Boldonse"/>
              </a:endParaRPr>
            </a:p>
          </p:txBody>
        </p:sp>
      </p:grpSp>
      <p:sp>
        <p:nvSpPr>
          <p:cNvPr id="290" name="Google Shape;290;p44"/>
          <p:cNvSpPr txBox="1"/>
          <p:nvPr/>
        </p:nvSpPr>
        <p:spPr>
          <a:xfrm>
            <a:off x="6428825" y="1619250"/>
            <a:ext cx="1919400" cy="238500"/>
          </a:xfrm>
          <a:prstGeom prst="rect">
            <a:avLst/>
          </a:prstGeom>
          <a:noFill/>
          <a:ln>
            <a:noFill/>
          </a:ln>
        </p:spPr>
        <p:txBody>
          <a:bodyPr anchorCtr="0" anchor="t" bIns="34275" lIns="68575" spcFirstLastPara="1" rIns="68575" wrap="square" tIns="34275">
            <a:spAutoFit/>
          </a:bodyPr>
          <a:lstStyle/>
          <a:p>
            <a:pPr indent="0" lvl="0" marL="0" marR="0" rtl="0" algn="r">
              <a:lnSpc>
                <a:spcPct val="150000"/>
              </a:lnSpc>
              <a:spcBef>
                <a:spcPts val="0"/>
              </a:spcBef>
              <a:spcAft>
                <a:spcPts val="0"/>
              </a:spcAft>
              <a:buNone/>
            </a:pPr>
            <a:r>
              <a:rPr lang="id" sz="1100">
                <a:solidFill>
                  <a:schemeClr val="accent2"/>
                </a:solidFill>
                <a:latin typeface="Boldonse"/>
                <a:ea typeface="Boldonse"/>
                <a:cs typeface="Boldonse"/>
                <a:sym typeface="Boldonse"/>
              </a:rPr>
              <a:t>Your text here ininih</a:t>
            </a:r>
            <a:endParaRPr sz="1100">
              <a:solidFill>
                <a:schemeClr val="accent2"/>
              </a:solidFill>
              <a:latin typeface="Boldonse"/>
              <a:ea typeface="Boldonse"/>
              <a:cs typeface="Boldonse"/>
              <a:sym typeface="Boldonse"/>
            </a:endParaRPr>
          </a:p>
        </p:txBody>
      </p:sp>
      <p:cxnSp>
        <p:nvCxnSpPr>
          <p:cNvPr id="291" name="Google Shape;291;p44"/>
          <p:cNvCxnSpPr/>
          <p:nvPr/>
        </p:nvCxnSpPr>
        <p:spPr>
          <a:xfrm>
            <a:off x="5114925" y="1975890"/>
            <a:ext cx="3228975" cy="0"/>
          </a:xfrm>
          <a:prstGeom prst="straightConnector1">
            <a:avLst/>
          </a:prstGeom>
          <a:noFill/>
          <a:ln cap="flat" cmpd="sng" w="9525">
            <a:solidFill>
              <a:srgbClr val="D8D8D8"/>
            </a:solidFill>
            <a:prstDash val="solid"/>
            <a:miter lim="800000"/>
            <a:headEnd len="sm" w="sm" type="none"/>
            <a:tailEnd len="sm" w="sm" type="none"/>
          </a:ln>
        </p:spPr>
      </p:cxnSp>
      <p:sp>
        <p:nvSpPr>
          <p:cNvPr id="292" name="Google Shape;292;p44"/>
          <p:cNvSpPr txBox="1"/>
          <p:nvPr/>
        </p:nvSpPr>
        <p:spPr>
          <a:xfrm>
            <a:off x="5114926" y="1696194"/>
            <a:ext cx="1028700" cy="20774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id" sz="900">
                <a:solidFill>
                  <a:srgbClr val="595959"/>
                </a:solidFill>
                <a:latin typeface="Albert Sans Light"/>
                <a:ea typeface="Albert Sans Light"/>
                <a:cs typeface="Albert Sans Light"/>
                <a:sym typeface="Albert Sans Light"/>
              </a:rPr>
              <a:t>Insert your text</a:t>
            </a:r>
            <a:endParaRPr sz="900">
              <a:solidFill>
                <a:srgbClr val="595959"/>
              </a:solidFill>
              <a:latin typeface="Albert Sans Light"/>
              <a:ea typeface="Albert Sans Light"/>
              <a:cs typeface="Albert Sans Light"/>
              <a:sym typeface="Albert Sans Light"/>
            </a:endParaRPr>
          </a:p>
        </p:txBody>
      </p:sp>
      <p:sp>
        <p:nvSpPr>
          <p:cNvPr id="293" name="Google Shape;293;p44"/>
          <p:cNvSpPr txBox="1"/>
          <p:nvPr/>
        </p:nvSpPr>
        <p:spPr>
          <a:xfrm>
            <a:off x="6428825" y="2312889"/>
            <a:ext cx="1919400" cy="238500"/>
          </a:xfrm>
          <a:prstGeom prst="rect">
            <a:avLst/>
          </a:prstGeom>
          <a:noFill/>
          <a:ln>
            <a:noFill/>
          </a:ln>
        </p:spPr>
        <p:txBody>
          <a:bodyPr anchorCtr="0" anchor="t" bIns="34275" lIns="68575" spcFirstLastPara="1" rIns="68575" wrap="square" tIns="34275">
            <a:spAutoFit/>
          </a:bodyPr>
          <a:lstStyle/>
          <a:p>
            <a:pPr indent="0" lvl="0" marL="0" marR="0" rtl="0" algn="r">
              <a:lnSpc>
                <a:spcPct val="150000"/>
              </a:lnSpc>
              <a:spcBef>
                <a:spcPts val="0"/>
              </a:spcBef>
              <a:spcAft>
                <a:spcPts val="0"/>
              </a:spcAft>
              <a:buNone/>
            </a:pPr>
            <a:r>
              <a:rPr lang="id" sz="1100">
                <a:solidFill>
                  <a:schemeClr val="accent3"/>
                </a:solidFill>
                <a:latin typeface="Boldonse"/>
                <a:ea typeface="Boldonse"/>
                <a:cs typeface="Boldonse"/>
                <a:sym typeface="Boldonse"/>
              </a:rPr>
              <a:t>Your text here ininih</a:t>
            </a:r>
            <a:endParaRPr sz="1100">
              <a:solidFill>
                <a:schemeClr val="accent3"/>
              </a:solidFill>
              <a:latin typeface="Boldonse"/>
              <a:ea typeface="Boldonse"/>
              <a:cs typeface="Boldonse"/>
              <a:sym typeface="Boldonse"/>
            </a:endParaRPr>
          </a:p>
        </p:txBody>
      </p:sp>
      <p:cxnSp>
        <p:nvCxnSpPr>
          <p:cNvPr id="294" name="Google Shape;294;p44"/>
          <p:cNvCxnSpPr/>
          <p:nvPr/>
        </p:nvCxnSpPr>
        <p:spPr>
          <a:xfrm>
            <a:off x="5114925" y="2669525"/>
            <a:ext cx="3228975" cy="0"/>
          </a:xfrm>
          <a:prstGeom prst="straightConnector1">
            <a:avLst/>
          </a:prstGeom>
          <a:noFill/>
          <a:ln cap="flat" cmpd="sng" w="9525">
            <a:solidFill>
              <a:srgbClr val="D8D8D8"/>
            </a:solidFill>
            <a:prstDash val="solid"/>
            <a:miter lim="800000"/>
            <a:headEnd len="sm" w="sm" type="none"/>
            <a:tailEnd len="sm" w="sm" type="none"/>
          </a:ln>
        </p:spPr>
      </p:cxnSp>
      <p:sp>
        <p:nvSpPr>
          <p:cNvPr id="295" name="Google Shape;295;p44"/>
          <p:cNvSpPr txBox="1"/>
          <p:nvPr/>
        </p:nvSpPr>
        <p:spPr>
          <a:xfrm>
            <a:off x="5114926" y="2389829"/>
            <a:ext cx="1028700" cy="20774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id" sz="900">
                <a:solidFill>
                  <a:srgbClr val="595959"/>
                </a:solidFill>
                <a:latin typeface="Albert Sans Light"/>
                <a:ea typeface="Albert Sans Light"/>
                <a:cs typeface="Albert Sans Light"/>
                <a:sym typeface="Albert Sans Light"/>
              </a:rPr>
              <a:t>Insert your text</a:t>
            </a:r>
            <a:endParaRPr sz="900">
              <a:solidFill>
                <a:srgbClr val="595959"/>
              </a:solidFill>
              <a:latin typeface="Albert Sans Light"/>
              <a:ea typeface="Albert Sans Light"/>
              <a:cs typeface="Albert Sans Light"/>
              <a:sym typeface="Albert Sans Light"/>
            </a:endParaRPr>
          </a:p>
        </p:txBody>
      </p:sp>
      <p:sp>
        <p:nvSpPr>
          <p:cNvPr id="296" name="Google Shape;296;p44"/>
          <p:cNvSpPr txBox="1"/>
          <p:nvPr/>
        </p:nvSpPr>
        <p:spPr>
          <a:xfrm>
            <a:off x="6428825" y="3006530"/>
            <a:ext cx="1919400" cy="238500"/>
          </a:xfrm>
          <a:prstGeom prst="rect">
            <a:avLst/>
          </a:prstGeom>
          <a:noFill/>
          <a:ln>
            <a:noFill/>
          </a:ln>
        </p:spPr>
        <p:txBody>
          <a:bodyPr anchorCtr="0" anchor="t" bIns="34275" lIns="68575" spcFirstLastPara="1" rIns="68575" wrap="square" tIns="34275">
            <a:spAutoFit/>
          </a:bodyPr>
          <a:lstStyle/>
          <a:p>
            <a:pPr indent="0" lvl="0" marL="0" marR="0" rtl="0" algn="r">
              <a:lnSpc>
                <a:spcPct val="150000"/>
              </a:lnSpc>
              <a:spcBef>
                <a:spcPts val="0"/>
              </a:spcBef>
              <a:spcAft>
                <a:spcPts val="0"/>
              </a:spcAft>
              <a:buNone/>
            </a:pPr>
            <a:r>
              <a:rPr lang="id" sz="1100">
                <a:solidFill>
                  <a:schemeClr val="accent4"/>
                </a:solidFill>
                <a:latin typeface="Boldonse"/>
                <a:ea typeface="Boldonse"/>
                <a:cs typeface="Boldonse"/>
                <a:sym typeface="Boldonse"/>
              </a:rPr>
              <a:t>Your text here ininih</a:t>
            </a:r>
            <a:endParaRPr sz="1100">
              <a:solidFill>
                <a:schemeClr val="accent4"/>
              </a:solidFill>
              <a:latin typeface="Boldonse"/>
              <a:ea typeface="Boldonse"/>
              <a:cs typeface="Boldonse"/>
              <a:sym typeface="Boldonse"/>
            </a:endParaRPr>
          </a:p>
        </p:txBody>
      </p:sp>
      <p:cxnSp>
        <p:nvCxnSpPr>
          <p:cNvPr id="297" name="Google Shape;297;p44"/>
          <p:cNvCxnSpPr/>
          <p:nvPr/>
        </p:nvCxnSpPr>
        <p:spPr>
          <a:xfrm>
            <a:off x="5114925" y="3363160"/>
            <a:ext cx="3228975" cy="0"/>
          </a:xfrm>
          <a:prstGeom prst="straightConnector1">
            <a:avLst/>
          </a:prstGeom>
          <a:noFill/>
          <a:ln cap="flat" cmpd="sng" w="9525">
            <a:solidFill>
              <a:srgbClr val="D8D8D8"/>
            </a:solidFill>
            <a:prstDash val="solid"/>
            <a:miter lim="800000"/>
            <a:headEnd len="sm" w="sm" type="none"/>
            <a:tailEnd len="sm" w="sm" type="none"/>
          </a:ln>
        </p:spPr>
      </p:cxnSp>
      <p:sp>
        <p:nvSpPr>
          <p:cNvPr id="298" name="Google Shape;298;p44"/>
          <p:cNvSpPr txBox="1"/>
          <p:nvPr/>
        </p:nvSpPr>
        <p:spPr>
          <a:xfrm>
            <a:off x="5114926" y="3083464"/>
            <a:ext cx="1028700" cy="20774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id" sz="900">
                <a:solidFill>
                  <a:srgbClr val="595959"/>
                </a:solidFill>
                <a:latin typeface="Albert Sans Light"/>
                <a:ea typeface="Albert Sans Light"/>
                <a:cs typeface="Albert Sans Light"/>
                <a:sym typeface="Albert Sans Light"/>
              </a:rPr>
              <a:t>Insert your text</a:t>
            </a:r>
            <a:endParaRPr sz="900">
              <a:solidFill>
                <a:srgbClr val="595959"/>
              </a:solidFill>
              <a:latin typeface="Albert Sans Light"/>
              <a:ea typeface="Albert Sans Light"/>
              <a:cs typeface="Albert Sans Light"/>
              <a:sym typeface="Albert Sans 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5"/>
          <p:cNvSpPr txBox="1"/>
          <p:nvPr/>
        </p:nvSpPr>
        <p:spPr>
          <a:xfrm>
            <a:off x="5360670" y="3027491"/>
            <a:ext cx="2883961" cy="900247"/>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id" sz="5400">
                <a:solidFill>
                  <a:schemeClr val="accent1"/>
                </a:solidFill>
                <a:latin typeface="Boldonse"/>
                <a:ea typeface="Boldonse"/>
                <a:cs typeface="Boldonse"/>
                <a:sym typeface="Boldonse"/>
              </a:rPr>
              <a:t>2025</a:t>
            </a:r>
            <a:endParaRPr sz="5400">
              <a:solidFill>
                <a:schemeClr val="accent1"/>
              </a:solidFill>
              <a:latin typeface="Boldonse"/>
              <a:ea typeface="Boldonse"/>
              <a:cs typeface="Boldonse"/>
              <a:sym typeface="Boldonse"/>
            </a:endParaRPr>
          </a:p>
        </p:txBody>
      </p:sp>
      <p:sp>
        <p:nvSpPr>
          <p:cNvPr id="304" name="Google Shape;304;p45"/>
          <p:cNvSpPr txBox="1"/>
          <p:nvPr/>
        </p:nvSpPr>
        <p:spPr>
          <a:xfrm>
            <a:off x="5360670" y="3904417"/>
            <a:ext cx="2983230" cy="461665"/>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id" sz="900">
                <a:solidFill>
                  <a:srgbClr val="0C0C0C"/>
                </a:solidFill>
                <a:latin typeface="Boldonse"/>
                <a:ea typeface="Boldonse"/>
                <a:cs typeface="Boldonse"/>
                <a:sym typeface="Boldonse"/>
              </a:rPr>
              <a:t>Chemistry will drive cleaner energy, better health, and smarter technology.</a:t>
            </a:r>
            <a:endParaRPr sz="1100"/>
          </a:p>
        </p:txBody>
      </p:sp>
      <p:sp>
        <p:nvSpPr>
          <p:cNvPr id="305" name="Google Shape;305;p45"/>
          <p:cNvSpPr txBox="1"/>
          <p:nvPr/>
        </p:nvSpPr>
        <p:spPr>
          <a:xfrm>
            <a:off x="800100" y="717848"/>
            <a:ext cx="4100513" cy="623248"/>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id" sz="3600">
                <a:solidFill>
                  <a:srgbClr val="0C0C0C"/>
                </a:solidFill>
                <a:latin typeface="Boldonse"/>
                <a:ea typeface="Boldonse"/>
                <a:cs typeface="Boldonse"/>
                <a:sym typeface="Boldonse"/>
              </a:rPr>
              <a:t>The future</a:t>
            </a:r>
            <a:endParaRPr sz="3600">
              <a:solidFill>
                <a:srgbClr val="0C0C0C"/>
              </a:solidFill>
              <a:latin typeface="Boldonse"/>
              <a:ea typeface="Boldonse"/>
              <a:cs typeface="Boldonse"/>
              <a:sym typeface="Boldonse"/>
            </a:endParaRPr>
          </a:p>
        </p:txBody>
      </p:sp>
      <p:grpSp>
        <p:nvGrpSpPr>
          <p:cNvPr id="306" name="Google Shape;306;p45"/>
          <p:cNvGrpSpPr/>
          <p:nvPr/>
        </p:nvGrpSpPr>
        <p:grpSpPr>
          <a:xfrm>
            <a:off x="800100" y="3337605"/>
            <a:ext cx="2983230" cy="1177245"/>
            <a:chOff x="1066800" y="4450140"/>
            <a:chExt cx="3977640" cy="1569660"/>
          </a:xfrm>
        </p:grpSpPr>
        <p:sp>
          <p:nvSpPr>
            <p:cNvPr id="307" name="Google Shape;307;p45"/>
            <p:cNvSpPr/>
            <p:nvPr/>
          </p:nvSpPr>
          <p:spPr>
            <a:xfrm>
              <a:off x="1066800" y="4450140"/>
              <a:ext cx="3977640" cy="1569660"/>
            </a:xfrm>
            <a:prstGeom prst="roundRect">
              <a:avLst>
                <a:gd fmla="val 19157" name="adj"/>
              </a:avLst>
            </a:prstGeom>
            <a:solidFill>
              <a:srgbClr val="F8F8F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grpSp>
          <p:nvGrpSpPr>
            <p:cNvPr id="308" name="Google Shape;308;p45"/>
            <p:cNvGrpSpPr/>
            <p:nvPr/>
          </p:nvGrpSpPr>
          <p:grpSpPr>
            <a:xfrm>
              <a:off x="1265711" y="4726437"/>
              <a:ext cx="3579818" cy="1017066"/>
              <a:chOff x="5939467" y="4173409"/>
              <a:chExt cx="3579818" cy="1017066"/>
            </a:xfrm>
          </p:grpSpPr>
          <p:sp>
            <p:nvSpPr>
              <p:cNvPr id="309" name="Google Shape;309;p45"/>
              <p:cNvSpPr txBox="1"/>
              <p:nvPr/>
            </p:nvSpPr>
            <p:spPr>
              <a:xfrm>
                <a:off x="5939467" y="4574922"/>
                <a:ext cx="3579818" cy="615553"/>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id" sz="900">
                    <a:solidFill>
                      <a:srgbClr val="595959"/>
                    </a:solidFill>
                    <a:latin typeface="Albert Sans Light"/>
                    <a:ea typeface="Albert Sans Light"/>
                    <a:cs typeface="Albert Sans Light"/>
                    <a:sym typeface="Albert Sans Light"/>
                  </a:rPr>
                  <a:t>Lorem ipsum dolor sit, adipiscing elit. Aenean commodo ligula eget dolor. Aenean massa. Cum</a:t>
                </a:r>
                <a:endParaRPr sz="900">
                  <a:solidFill>
                    <a:srgbClr val="595959"/>
                  </a:solidFill>
                  <a:latin typeface="Albert Sans Light"/>
                  <a:ea typeface="Albert Sans Light"/>
                  <a:cs typeface="Albert Sans Light"/>
                  <a:sym typeface="Albert Sans Light"/>
                </a:endParaRPr>
              </a:p>
            </p:txBody>
          </p:sp>
          <p:sp>
            <p:nvSpPr>
              <p:cNvPr id="310" name="Google Shape;310;p45"/>
              <p:cNvSpPr txBox="1"/>
              <p:nvPr/>
            </p:nvSpPr>
            <p:spPr>
              <a:xfrm>
                <a:off x="5939467" y="4173409"/>
                <a:ext cx="2367879" cy="338554"/>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id" sz="900">
                    <a:solidFill>
                      <a:schemeClr val="accent2"/>
                    </a:solidFill>
                    <a:latin typeface="Boldonse"/>
                    <a:ea typeface="Boldonse"/>
                    <a:cs typeface="Boldonse"/>
                    <a:sym typeface="Boldonse"/>
                  </a:rPr>
                  <a:t>Smarter Reactions</a:t>
                </a:r>
                <a:endParaRPr sz="900">
                  <a:solidFill>
                    <a:schemeClr val="accent2"/>
                  </a:solidFill>
                  <a:latin typeface="Boldonse"/>
                  <a:ea typeface="Boldonse"/>
                  <a:cs typeface="Boldonse"/>
                  <a:sym typeface="Boldonse"/>
                </a:endParaRPr>
              </a:p>
            </p:txBody>
          </p:sp>
        </p:grpSp>
      </p:grpSp>
      <p:grpSp>
        <p:nvGrpSpPr>
          <p:cNvPr id="311" name="Google Shape;311;p45"/>
          <p:cNvGrpSpPr/>
          <p:nvPr/>
        </p:nvGrpSpPr>
        <p:grpSpPr>
          <a:xfrm>
            <a:off x="5360670" y="628650"/>
            <a:ext cx="2983230" cy="1177245"/>
            <a:chOff x="1066800" y="4450140"/>
            <a:chExt cx="3977640" cy="1569660"/>
          </a:xfrm>
        </p:grpSpPr>
        <p:sp>
          <p:nvSpPr>
            <p:cNvPr id="312" name="Google Shape;312;p45"/>
            <p:cNvSpPr/>
            <p:nvPr/>
          </p:nvSpPr>
          <p:spPr>
            <a:xfrm>
              <a:off x="1066800" y="4450140"/>
              <a:ext cx="3977640" cy="1569660"/>
            </a:xfrm>
            <a:prstGeom prst="roundRect">
              <a:avLst>
                <a:gd fmla="val 19157" name="adj"/>
              </a:avLst>
            </a:prstGeom>
            <a:solidFill>
              <a:srgbClr val="F8F8F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grpSp>
          <p:nvGrpSpPr>
            <p:cNvPr id="313" name="Google Shape;313;p45"/>
            <p:cNvGrpSpPr/>
            <p:nvPr/>
          </p:nvGrpSpPr>
          <p:grpSpPr>
            <a:xfrm>
              <a:off x="1265711" y="4726437"/>
              <a:ext cx="3579818" cy="1017066"/>
              <a:chOff x="5939467" y="4173409"/>
              <a:chExt cx="3579818" cy="1017066"/>
            </a:xfrm>
          </p:grpSpPr>
          <p:sp>
            <p:nvSpPr>
              <p:cNvPr id="314" name="Google Shape;314;p45"/>
              <p:cNvSpPr txBox="1"/>
              <p:nvPr/>
            </p:nvSpPr>
            <p:spPr>
              <a:xfrm>
                <a:off x="5939467" y="4574922"/>
                <a:ext cx="3579818" cy="615553"/>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id" sz="900">
                    <a:solidFill>
                      <a:srgbClr val="595959"/>
                    </a:solidFill>
                    <a:latin typeface="Albert Sans Light"/>
                    <a:ea typeface="Albert Sans Light"/>
                    <a:cs typeface="Albert Sans Light"/>
                    <a:sym typeface="Albert Sans Light"/>
                  </a:rPr>
                  <a:t>Lorem ipsum dolor sit, adipiscing elit. Aenean commodo ligula eget dolor. Aenean massa. Cum</a:t>
                </a:r>
                <a:endParaRPr sz="900">
                  <a:solidFill>
                    <a:srgbClr val="595959"/>
                  </a:solidFill>
                  <a:latin typeface="Albert Sans Light"/>
                  <a:ea typeface="Albert Sans Light"/>
                  <a:cs typeface="Albert Sans Light"/>
                  <a:sym typeface="Albert Sans Light"/>
                </a:endParaRPr>
              </a:p>
            </p:txBody>
          </p:sp>
          <p:sp>
            <p:nvSpPr>
              <p:cNvPr id="315" name="Google Shape;315;p45"/>
              <p:cNvSpPr txBox="1"/>
              <p:nvPr/>
            </p:nvSpPr>
            <p:spPr>
              <a:xfrm>
                <a:off x="5939467" y="4173409"/>
                <a:ext cx="2367879" cy="338554"/>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id" sz="900">
                    <a:solidFill>
                      <a:schemeClr val="accent3"/>
                    </a:solidFill>
                    <a:latin typeface="Boldonse"/>
                    <a:ea typeface="Boldonse"/>
                    <a:cs typeface="Boldonse"/>
                    <a:sym typeface="Boldonse"/>
                  </a:rPr>
                  <a:t>Greener Innovations</a:t>
                </a:r>
                <a:endParaRPr sz="1100"/>
              </a:p>
            </p:txBody>
          </p:sp>
        </p:grpSp>
      </p:grpSp>
      <p:sp>
        <p:nvSpPr>
          <p:cNvPr id="316" name="Google Shape;316;p45"/>
          <p:cNvSpPr/>
          <p:nvPr/>
        </p:nvSpPr>
        <p:spPr>
          <a:xfrm rot="-593111">
            <a:off x="4385727" y="2191351"/>
            <a:ext cx="699634" cy="1215295"/>
          </a:xfrm>
          <a:custGeom>
            <a:rect b="b" l="l" r="r" t="t"/>
            <a:pathLst>
              <a:path extrusionOk="0" h="1923300" w="1107225">
                <a:moveTo>
                  <a:pt x="1096423" y="1777303"/>
                </a:moveTo>
                <a:cubicBezTo>
                  <a:pt x="1105571" y="1765466"/>
                  <a:pt x="1110077" y="1754109"/>
                  <a:pt x="1105283" y="1750701"/>
                </a:cubicBezTo>
                <a:cubicBezTo>
                  <a:pt x="1079988" y="1732733"/>
                  <a:pt x="936107" y="1659661"/>
                  <a:pt x="882926" y="1626310"/>
                </a:cubicBezTo>
                <a:cubicBezTo>
                  <a:pt x="874512" y="1621033"/>
                  <a:pt x="828313" y="1647100"/>
                  <a:pt x="838034" y="1658214"/>
                </a:cubicBezTo>
                <a:cubicBezTo>
                  <a:pt x="859297" y="1682522"/>
                  <a:pt x="943644" y="1744089"/>
                  <a:pt x="994965" y="1779943"/>
                </a:cubicBezTo>
                <a:cubicBezTo>
                  <a:pt x="976027" y="1779456"/>
                  <a:pt x="954174" y="1778242"/>
                  <a:pt x="929225" y="1775592"/>
                </a:cubicBezTo>
                <a:cubicBezTo>
                  <a:pt x="893700" y="1771765"/>
                  <a:pt x="851969" y="1765020"/>
                  <a:pt x="804694" y="1752350"/>
                </a:cubicBezTo>
                <a:cubicBezTo>
                  <a:pt x="757473" y="1739659"/>
                  <a:pt x="704642" y="1720982"/>
                  <a:pt x="648496" y="1692510"/>
                </a:cubicBezTo>
                <a:cubicBezTo>
                  <a:pt x="592449" y="1664046"/>
                  <a:pt x="533021" y="1625669"/>
                  <a:pt x="475259" y="1573596"/>
                </a:cubicBezTo>
                <a:cubicBezTo>
                  <a:pt x="417597" y="1521599"/>
                  <a:pt x="361701" y="1455704"/>
                  <a:pt x="315437" y="1374471"/>
                </a:cubicBezTo>
                <a:cubicBezTo>
                  <a:pt x="269207" y="1293433"/>
                  <a:pt x="232490" y="1197037"/>
                  <a:pt x="215334" y="1088358"/>
                </a:cubicBezTo>
                <a:cubicBezTo>
                  <a:pt x="207976" y="1041559"/>
                  <a:pt x="205130" y="999359"/>
                  <a:pt x="204739" y="961417"/>
                </a:cubicBezTo>
                <a:cubicBezTo>
                  <a:pt x="204355" y="923465"/>
                  <a:pt x="206470" y="889740"/>
                  <a:pt x="209735" y="859466"/>
                </a:cubicBezTo>
                <a:cubicBezTo>
                  <a:pt x="213003" y="829181"/>
                  <a:pt x="217546" y="802346"/>
                  <a:pt x="222600" y="778006"/>
                </a:cubicBezTo>
                <a:cubicBezTo>
                  <a:pt x="227672" y="753664"/>
                  <a:pt x="233350" y="731831"/>
                  <a:pt x="239399" y="711559"/>
                </a:cubicBezTo>
                <a:cubicBezTo>
                  <a:pt x="251593" y="671039"/>
                  <a:pt x="265017" y="636625"/>
                  <a:pt x="281977" y="601698"/>
                </a:cubicBezTo>
                <a:cubicBezTo>
                  <a:pt x="290261" y="584834"/>
                  <a:pt x="299386" y="567795"/>
                  <a:pt x="310071" y="550173"/>
                </a:cubicBezTo>
                <a:cubicBezTo>
                  <a:pt x="334094" y="580379"/>
                  <a:pt x="360697" y="611563"/>
                  <a:pt x="390933" y="642918"/>
                </a:cubicBezTo>
                <a:cubicBezTo>
                  <a:pt x="425508" y="678583"/>
                  <a:pt x="464729" y="714779"/>
                  <a:pt x="511867" y="747283"/>
                </a:cubicBezTo>
                <a:cubicBezTo>
                  <a:pt x="535455" y="763454"/>
                  <a:pt x="561070" y="778648"/>
                  <a:pt x="589260" y="791301"/>
                </a:cubicBezTo>
                <a:cubicBezTo>
                  <a:pt x="617402" y="803943"/>
                  <a:pt x="648252" y="814028"/>
                  <a:pt x="681370" y="818904"/>
                </a:cubicBezTo>
                <a:cubicBezTo>
                  <a:pt x="714415" y="823821"/>
                  <a:pt x="749744" y="823122"/>
                  <a:pt x="784411" y="815228"/>
                </a:cubicBezTo>
                <a:cubicBezTo>
                  <a:pt x="793070" y="813267"/>
                  <a:pt x="801680" y="810873"/>
                  <a:pt x="810201" y="808103"/>
                </a:cubicBezTo>
                <a:cubicBezTo>
                  <a:pt x="818592" y="805339"/>
                  <a:pt x="826962" y="802260"/>
                  <a:pt x="835246" y="798776"/>
                </a:cubicBezTo>
                <a:cubicBezTo>
                  <a:pt x="851825" y="791842"/>
                  <a:pt x="868106" y="783400"/>
                  <a:pt x="883708" y="773357"/>
                </a:cubicBezTo>
                <a:cubicBezTo>
                  <a:pt x="914919" y="753335"/>
                  <a:pt x="943314" y="726702"/>
                  <a:pt x="965685" y="694603"/>
                </a:cubicBezTo>
                <a:cubicBezTo>
                  <a:pt x="988101" y="662562"/>
                  <a:pt x="1004477" y="625196"/>
                  <a:pt x="1012844" y="585132"/>
                </a:cubicBezTo>
                <a:cubicBezTo>
                  <a:pt x="1021643" y="543171"/>
                  <a:pt x="1021746" y="496801"/>
                  <a:pt x="1009978" y="451425"/>
                </a:cubicBezTo>
                <a:cubicBezTo>
                  <a:pt x="998247" y="406327"/>
                  <a:pt x="975588" y="362820"/>
                  <a:pt x="943318" y="326616"/>
                </a:cubicBezTo>
                <a:cubicBezTo>
                  <a:pt x="911209" y="290385"/>
                  <a:pt x="869159" y="261935"/>
                  <a:pt x="822898" y="246539"/>
                </a:cubicBezTo>
                <a:cubicBezTo>
                  <a:pt x="799825" y="238755"/>
                  <a:pt x="775835" y="234181"/>
                  <a:pt x="751980" y="232597"/>
                </a:cubicBezTo>
                <a:cubicBezTo>
                  <a:pt x="728110" y="231005"/>
                  <a:pt x="704385" y="232384"/>
                  <a:pt x="681517" y="236139"/>
                </a:cubicBezTo>
                <a:cubicBezTo>
                  <a:pt x="635682" y="243638"/>
                  <a:pt x="593574" y="260245"/>
                  <a:pt x="556434" y="280318"/>
                </a:cubicBezTo>
                <a:cubicBezTo>
                  <a:pt x="519583" y="300432"/>
                  <a:pt x="486462" y="322718"/>
                  <a:pt x="457353" y="345740"/>
                </a:cubicBezTo>
                <a:cubicBezTo>
                  <a:pt x="399012" y="391736"/>
                  <a:pt x="357514" y="439900"/>
                  <a:pt x="330364" y="476038"/>
                </a:cubicBezTo>
                <a:cubicBezTo>
                  <a:pt x="329033" y="477818"/>
                  <a:pt x="327744" y="479567"/>
                  <a:pt x="326448" y="481326"/>
                </a:cubicBezTo>
                <a:cubicBezTo>
                  <a:pt x="307972" y="456116"/>
                  <a:pt x="291139" y="431667"/>
                  <a:pt x="275654" y="408226"/>
                </a:cubicBezTo>
                <a:cubicBezTo>
                  <a:pt x="235504" y="347317"/>
                  <a:pt x="204139" y="293259"/>
                  <a:pt x="178428" y="246799"/>
                </a:cubicBezTo>
                <a:cubicBezTo>
                  <a:pt x="152772" y="200288"/>
                  <a:pt x="132870" y="161249"/>
                  <a:pt x="117032" y="129161"/>
                </a:cubicBezTo>
                <a:cubicBezTo>
                  <a:pt x="101214" y="97055"/>
                  <a:pt x="89487" y="71866"/>
                  <a:pt x="80736" y="52653"/>
                </a:cubicBezTo>
                <a:cubicBezTo>
                  <a:pt x="63299" y="14197"/>
                  <a:pt x="57617" y="-277"/>
                  <a:pt x="57683" y="4"/>
                </a:cubicBezTo>
                <a:lnTo>
                  <a:pt x="0" y="24292"/>
                </a:lnTo>
                <a:cubicBezTo>
                  <a:pt x="154" y="24528"/>
                  <a:pt x="6426" y="39527"/>
                  <a:pt x="24912" y="78621"/>
                </a:cubicBezTo>
                <a:cubicBezTo>
                  <a:pt x="34187" y="98149"/>
                  <a:pt x="46559" y="123691"/>
                  <a:pt x="63159" y="156212"/>
                </a:cubicBezTo>
                <a:cubicBezTo>
                  <a:pt x="79793" y="188722"/>
                  <a:pt x="100624" y="228245"/>
                  <a:pt x="127432" y="275397"/>
                </a:cubicBezTo>
                <a:cubicBezTo>
                  <a:pt x="154308" y="322501"/>
                  <a:pt x="187031" y="377348"/>
                  <a:pt x="229023" y="439434"/>
                </a:cubicBezTo>
                <a:cubicBezTo>
                  <a:pt x="248352" y="467949"/>
                  <a:pt x="269708" y="497984"/>
                  <a:pt x="293680" y="529191"/>
                </a:cubicBezTo>
                <a:cubicBezTo>
                  <a:pt x="280383" y="550235"/>
                  <a:pt x="269152" y="570260"/>
                  <a:pt x="258886" y="590022"/>
                </a:cubicBezTo>
                <a:cubicBezTo>
                  <a:pt x="240517" y="625779"/>
                  <a:pt x="225278" y="660892"/>
                  <a:pt x="211285" y="702568"/>
                </a:cubicBezTo>
                <a:cubicBezTo>
                  <a:pt x="204341" y="723417"/>
                  <a:pt x="197774" y="745935"/>
                  <a:pt x="191907" y="771124"/>
                </a:cubicBezTo>
                <a:cubicBezTo>
                  <a:pt x="186054" y="796310"/>
                  <a:pt x="180804" y="824157"/>
                  <a:pt x="177015" y="855636"/>
                </a:cubicBezTo>
                <a:cubicBezTo>
                  <a:pt x="173237" y="887107"/>
                  <a:pt x="170802" y="922213"/>
                  <a:pt x="171186" y="961715"/>
                </a:cubicBezTo>
                <a:cubicBezTo>
                  <a:pt x="171577" y="1001200"/>
                  <a:pt x="174738" y="1045102"/>
                  <a:pt x="182872" y="1093670"/>
                </a:cubicBezTo>
                <a:cubicBezTo>
                  <a:pt x="201728" y="1205805"/>
                  <a:pt x="240664" y="1304883"/>
                  <a:pt x="289257" y="1387895"/>
                </a:cubicBezTo>
                <a:cubicBezTo>
                  <a:pt x="337911" y="1471090"/>
                  <a:pt x="396334" y="1538350"/>
                  <a:pt x="456362" y="1591046"/>
                </a:cubicBezTo>
                <a:cubicBezTo>
                  <a:pt x="516493" y="1643843"/>
                  <a:pt x="578099" y="1682364"/>
                  <a:pt x="636018" y="1710636"/>
                </a:cubicBezTo>
                <a:cubicBezTo>
                  <a:pt x="694040" y="1738908"/>
                  <a:pt x="748462" y="1757044"/>
                  <a:pt x="796996" y="1769114"/>
                </a:cubicBezTo>
                <a:cubicBezTo>
                  <a:pt x="845595" y="1781136"/>
                  <a:pt x="888392" y="1787099"/>
                  <a:pt x="924805" y="1790148"/>
                </a:cubicBezTo>
                <a:cubicBezTo>
                  <a:pt x="945643" y="1791879"/>
                  <a:pt x="964341" y="1792627"/>
                  <a:pt x="981085" y="1792836"/>
                </a:cubicBezTo>
                <a:cubicBezTo>
                  <a:pt x="931968" y="1816472"/>
                  <a:pt x="867750" y="1847680"/>
                  <a:pt x="838624" y="1861327"/>
                </a:cubicBezTo>
                <a:cubicBezTo>
                  <a:pt x="827836" y="1866381"/>
                  <a:pt x="832856" y="1931423"/>
                  <a:pt x="851993" y="1922452"/>
                </a:cubicBezTo>
                <a:cubicBezTo>
                  <a:pt x="885848" y="1906593"/>
                  <a:pt x="1068627" y="1804351"/>
                  <a:pt x="1075094" y="1799763"/>
                </a:cubicBezTo>
                <a:cubicBezTo>
                  <a:pt x="1075893" y="1799193"/>
                  <a:pt x="1076243" y="1798333"/>
                  <a:pt x="1076246" y="1797270"/>
                </a:cubicBezTo>
                <a:cubicBezTo>
                  <a:pt x="1080399" y="1794149"/>
                  <a:pt x="1084342" y="1790642"/>
                  <a:pt x="1087957" y="1786966"/>
                </a:cubicBezTo>
                <a:cubicBezTo>
                  <a:pt x="1089294" y="1786794"/>
                  <a:pt x="1090257" y="1786667"/>
                  <a:pt x="1090762" y="1786602"/>
                </a:cubicBezTo>
                <a:cubicBezTo>
                  <a:pt x="1096584" y="1785783"/>
                  <a:pt x="1101374" y="1779316"/>
                  <a:pt x="1096423" y="1777303"/>
                </a:cubicBezTo>
                <a:close/>
                <a:moveTo>
                  <a:pt x="350464" y="491366"/>
                </a:moveTo>
                <a:cubicBezTo>
                  <a:pt x="377101" y="456846"/>
                  <a:pt x="418125" y="411378"/>
                  <a:pt x="475105" y="368707"/>
                </a:cubicBezTo>
                <a:cubicBezTo>
                  <a:pt x="503477" y="347369"/>
                  <a:pt x="535884" y="326781"/>
                  <a:pt x="571340" y="308600"/>
                </a:cubicBezTo>
                <a:cubicBezTo>
                  <a:pt x="606549" y="290715"/>
                  <a:pt x="645691" y="276608"/>
                  <a:pt x="686843" y="270967"/>
                </a:cubicBezTo>
                <a:cubicBezTo>
                  <a:pt x="727881" y="265230"/>
                  <a:pt x="770874" y="268526"/>
                  <a:pt x="810276" y="282948"/>
                </a:cubicBezTo>
                <a:cubicBezTo>
                  <a:pt x="849716" y="297158"/>
                  <a:pt x="885083" y="322292"/>
                  <a:pt x="912042" y="354014"/>
                </a:cubicBezTo>
                <a:cubicBezTo>
                  <a:pt x="939100" y="385660"/>
                  <a:pt x="957905" y="423633"/>
                  <a:pt x="967239" y="462196"/>
                </a:cubicBezTo>
                <a:cubicBezTo>
                  <a:pt x="976545" y="500652"/>
                  <a:pt x="975941" y="540072"/>
                  <a:pt x="968130" y="575582"/>
                </a:cubicBezTo>
                <a:cubicBezTo>
                  <a:pt x="960706" y="609512"/>
                  <a:pt x="946534" y="640929"/>
                  <a:pt x="927455" y="667644"/>
                </a:cubicBezTo>
                <a:cubicBezTo>
                  <a:pt x="908390" y="694414"/>
                  <a:pt x="884459" y="716432"/>
                  <a:pt x="858021" y="733032"/>
                </a:cubicBezTo>
                <a:cubicBezTo>
                  <a:pt x="844806" y="741357"/>
                  <a:pt x="830967" y="748366"/>
                  <a:pt x="816791" y="754130"/>
                </a:cubicBezTo>
                <a:cubicBezTo>
                  <a:pt x="809710" y="757024"/>
                  <a:pt x="802527" y="759586"/>
                  <a:pt x="795302" y="761887"/>
                </a:cubicBezTo>
                <a:cubicBezTo>
                  <a:pt x="788183" y="764119"/>
                  <a:pt x="781040" y="766029"/>
                  <a:pt x="773877" y="767575"/>
                </a:cubicBezTo>
                <a:cubicBezTo>
                  <a:pt x="745225" y="773775"/>
                  <a:pt x="716411" y="774077"/>
                  <a:pt x="688824" y="769708"/>
                </a:cubicBezTo>
                <a:cubicBezTo>
                  <a:pt x="661211" y="765357"/>
                  <a:pt x="634845" y="756541"/>
                  <a:pt x="610228" y="745170"/>
                </a:cubicBezTo>
                <a:cubicBezTo>
                  <a:pt x="585587" y="733807"/>
                  <a:pt x="562644" y="719929"/>
                  <a:pt x="541257" y="704931"/>
                </a:cubicBezTo>
                <a:cubicBezTo>
                  <a:pt x="498484" y="674787"/>
                  <a:pt x="461855" y="640401"/>
                  <a:pt x="429407" y="606152"/>
                </a:cubicBezTo>
                <a:cubicBezTo>
                  <a:pt x="396979" y="571790"/>
                  <a:pt x="368717" y="537287"/>
                  <a:pt x="343401" y="504033"/>
                </a:cubicBezTo>
                <a:cubicBezTo>
                  <a:pt x="342986" y="503488"/>
                  <a:pt x="342585" y="502946"/>
                  <a:pt x="342170" y="502397"/>
                </a:cubicBezTo>
                <a:cubicBezTo>
                  <a:pt x="344858" y="498752"/>
                  <a:pt x="347601" y="495086"/>
                  <a:pt x="350464" y="491366"/>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lbert Sans Light"/>
              <a:ea typeface="Albert Sans Light"/>
              <a:cs typeface="Albert Sans Light"/>
              <a:sym typeface="Albert Sans Light"/>
            </a:endParaRPr>
          </a:p>
        </p:txBody>
      </p:sp>
      <p:sp>
        <p:nvSpPr>
          <p:cNvPr id="317" name="Google Shape;317;p45"/>
          <p:cNvSpPr txBox="1"/>
          <p:nvPr/>
        </p:nvSpPr>
        <p:spPr>
          <a:xfrm>
            <a:off x="1444605" y="1371986"/>
            <a:ext cx="3187541" cy="623248"/>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id" sz="3600">
                <a:solidFill>
                  <a:srgbClr val="0C0C0C"/>
                </a:solidFill>
                <a:latin typeface="Boldonse"/>
                <a:ea typeface="Boldonse"/>
                <a:cs typeface="Boldonse"/>
                <a:sym typeface="Boldonse"/>
              </a:rPr>
              <a:t>chemistry</a:t>
            </a:r>
            <a:endParaRPr sz="3600">
              <a:solidFill>
                <a:srgbClr val="0C0C0C"/>
              </a:solidFill>
              <a:latin typeface="Boldonse"/>
              <a:ea typeface="Boldonse"/>
              <a:cs typeface="Boldonse"/>
              <a:sym typeface="Boldonse"/>
            </a:endParaRPr>
          </a:p>
        </p:txBody>
      </p:sp>
      <p:grpSp>
        <p:nvGrpSpPr>
          <p:cNvPr id="318" name="Google Shape;318;p45"/>
          <p:cNvGrpSpPr/>
          <p:nvPr/>
        </p:nvGrpSpPr>
        <p:grpSpPr>
          <a:xfrm rot="-317147">
            <a:off x="692007" y="1423919"/>
            <a:ext cx="733106" cy="457027"/>
            <a:chOff x="7962072" y="1039334"/>
            <a:chExt cx="977474" cy="609370"/>
          </a:xfrm>
        </p:grpSpPr>
        <p:sp>
          <p:nvSpPr>
            <p:cNvPr id="319" name="Google Shape;319;p45"/>
            <p:cNvSpPr/>
            <p:nvPr/>
          </p:nvSpPr>
          <p:spPr>
            <a:xfrm>
              <a:off x="7962072" y="1039334"/>
              <a:ext cx="977474" cy="609370"/>
            </a:xfrm>
            <a:custGeom>
              <a:rect b="b" l="l" r="r" t="t"/>
              <a:pathLst>
                <a:path extrusionOk="0" h="617424" w="1319039">
                  <a:moveTo>
                    <a:pt x="1319039" y="308582"/>
                  </a:moveTo>
                  <a:cubicBezTo>
                    <a:pt x="1319039" y="280508"/>
                    <a:pt x="1287034" y="254187"/>
                    <a:pt x="1231113" y="231502"/>
                  </a:cubicBezTo>
                  <a:cubicBezTo>
                    <a:pt x="1287031" y="208816"/>
                    <a:pt x="1319039" y="182495"/>
                    <a:pt x="1319039" y="154421"/>
                  </a:cubicBezTo>
                  <a:cubicBezTo>
                    <a:pt x="1319039" y="69137"/>
                    <a:pt x="1023763" y="0"/>
                    <a:pt x="659520" y="0"/>
                  </a:cubicBezTo>
                  <a:cubicBezTo>
                    <a:pt x="295277" y="0"/>
                    <a:pt x="0" y="69137"/>
                    <a:pt x="0" y="154421"/>
                  </a:cubicBezTo>
                  <a:cubicBezTo>
                    <a:pt x="0" y="182495"/>
                    <a:pt x="32006" y="208816"/>
                    <a:pt x="87926" y="231502"/>
                  </a:cubicBezTo>
                  <a:cubicBezTo>
                    <a:pt x="32006" y="254187"/>
                    <a:pt x="0" y="280508"/>
                    <a:pt x="0" y="308582"/>
                  </a:cubicBezTo>
                  <a:cubicBezTo>
                    <a:pt x="0" y="336710"/>
                    <a:pt x="32136" y="363078"/>
                    <a:pt x="88254" y="385793"/>
                  </a:cubicBezTo>
                  <a:cubicBezTo>
                    <a:pt x="32136" y="408508"/>
                    <a:pt x="0" y="434875"/>
                    <a:pt x="0" y="463003"/>
                  </a:cubicBezTo>
                  <a:cubicBezTo>
                    <a:pt x="0" y="548288"/>
                    <a:pt x="295277" y="617424"/>
                    <a:pt x="659520" y="617424"/>
                  </a:cubicBezTo>
                  <a:cubicBezTo>
                    <a:pt x="1023763" y="617424"/>
                    <a:pt x="1319039" y="548288"/>
                    <a:pt x="1319039" y="463003"/>
                  </a:cubicBezTo>
                  <a:cubicBezTo>
                    <a:pt x="1319039" y="434875"/>
                    <a:pt x="1286904" y="408508"/>
                    <a:pt x="1230785" y="385793"/>
                  </a:cubicBezTo>
                  <a:cubicBezTo>
                    <a:pt x="1286904" y="363080"/>
                    <a:pt x="1319039" y="336710"/>
                    <a:pt x="1319039" y="308582"/>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lbert Sans Light"/>
                <a:ea typeface="Albert Sans Light"/>
                <a:cs typeface="Albert Sans Light"/>
                <a:sym typeface="Albert Sans Light"/>
              </a:endParaRPr>
            </a:p>
          </p:txBody>
        </p:sp>
        <p:sp>
          <p:nvSpPr>
            <p:cNvPr id="320" name="Google Shape;320;p45"/>
            <p:cNvSpPr txBox="1"/>
            <p:nvPr/>
          </p:nvSpPr>
          <p:spPr>
            <a:xfrm>
              <a:off x="8159988" y="1168979"/>
              <a:ext cx="571200" cy="379500"/>
            </a:xfrm>
            <a:prstGeom prst="rect">
              <a:avLst/>
            </a:prstGeom>
            <a:noFill/>
            <a:ln>
              <a:noFill/>
            </a:ln>
          </p:spPr>
          <p:txBody>
            <a:bodyPr anchorCtr="0" anchor="t" bIns="34275" lIns="68575" spcFirstLastPara="1" rIns="68575" wrap="square" tIns="34275">
              <a:spAutoFit/>
            </a:bodyPr>
            <a:lstStyle/>
            <a:p>
              <a:pPr indent="0" lvl="0" marL="0" marR="0" rtl="0" algn="ctr">
                <a:lnSpc>
                  <a:spcPct val="150000"/>
                </a:lnSpc>
                <a:spcBef>
                  <a:spcPts val="0"/>
                </a:spcBef>
                <a:spcAft>
                  <a:spcPts val="0"/>
                </a:spcAft>
                <a:buNone/>
              </a:pPr>
              <a:r>
                <a:rPr lang="id" sz="1400">
                  <a:solidFill>
                    <a:schemeClr val="accent6"/>
                  </a:solidFill>
                  <a:latin typeface="Boldonse"/>
                  <a:ea typeface="Boldonse"/>
                  <a:cs typeface="Boldonse"/>
                  <a:sym typeface="Boldonse"/>
                </a:rPr>
                <a:t>of</a:t>
              </a:r>
              <a:endParaRPr sz="1400">
                <a:solidFill>
                  <a:schemeClr val="accent6"/>
                </a:solidFill>
                <a:latin typeface="Boldonse"/>
                <a:ea typeface="Boldonse"/>
                <a:cs typeface="Boldonse"/>
                <a:sym typeface="Boldonse"/>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46"/>
          <p:cNvSpPr txBox="1"/>
          <p:nvPr/>
        </p:nvSpPr>
        <p:spPr>
          <a:xfrm>
            <a:off x="800099" y="609263"/>
            <a:ext cx="7543799" cy="560923"/>
          </a:xfrm>
          <a:prstGeom prst="rect">
            <a:avLst/>
          </a:prstGeom>
          <a:noFill/>
          <a:ln>
            <a:noFill/>
          </a:ln>
        </p:spPr>
        <p:txBody>
          <a:bodyPr anchorCtr="0" anchor="t" bIns="34275" lIns="68575" spcFirstLastPara="1" rIns="68575" wrap="square" tIns="34275">
            <a:spAutoFit/>
          </a:bodyPr>
          <a:lstStyle/>
          <a:p>
            <a:pPr indent="0" lvl="0" marL="0" marR="0" rtl="0" algn="l">
              <a:lnSpc>
                <a:spcPct val="130000"/>
              </a:lnSpc>
              <a:spcBef>
                <a:spcPts val="0"/>
              </a:spcBef>
              <a:spcAft>
                <a:spcPts val="0"/>
              </a:spcAft>
              <a:buNone/>
            </a:pPr>
            <a:r>
              <a:rPr lang="id" sz="2700">
                <a:solidFill>
                  <a:srgbClr val="0C0C0C"/>
                </a:solidFill>
                <a:latin typeface="Boldonse"/>
                <a:ea typeface="Boldonse"/>
                <a:cs typeface="Boldonse"/>
                <a:sym typeface="Boldonse"/>
              </a:rPr>
              <a:t>Core               in chemistry</a:t>
            </a:r>
            <a:endParaRPr sz="1100"/>
          </a:p>
        </p:txBody>
      </p:sp>
      <p:cxnSp>
        <p:nvCxnSpPr>
          <p:cNvPr id="326" name="Google Shape;326;p46"/>
          <p:cNvCxnSpPr/>
          <p:nvPr/>
        </p:nvCxnSpPr>
        <p:spPr>
          <a:xfrm>
            <a:off x="800100" y="2415149"/>
            <a:ext cx="7543800" cy="0"/>
          </a:xfrm>
          <a:prstGeom prst="straightConnector1">
            <a:avLst/>
          </a:prstGeom>
          <a:noFill/>
          <a:ln cap="flat" cmpd="sng" w="9525">
            <a:solidFill>
              <a:srgbClr val="D8D8D8"/>
            </a:solidFill>
            <a:prstDash val="solid"/>
            <a:miter lim="800000"/>
            <a:headEnd len="sm" w="sm" type="none"/>
            <a:tailEnd len="sm" w="sm" type="none"/>
          </a:ln>
        </p:spPr>
      </p:cxnSp>
      <p:sp>
        <p:nvSpPr>
          <p:cNvPr id="327" name="Google Shape;327;p46"/>
          <p:cNvSpPr txBox="1"/>
          <p:nvPr/>
        </p:nvSpPr>
        <p:spPr>
          <a:xfrm>
            <a:off x="2257412" y="1468195"/>
            <a:ext cx="1108800" cy="492600"/>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id" sz="1100">
                <a:solidFill>
                  <a:schemeClr val="accent2"/>
                </a:solidFill>
                <a:latin typeface="Boldonse"/>
                <a:ea typeface="Boldonse"/>
                <a:cs typeface="Boldonse"/>
                <a:sym typeface="Boldonse"/>
              </a:rPr>
              <a:t>Structure of Matter</a:t>
            </a:r>
            <a:endParaRPr sz="1100">
              <a:solidFill>
                <a:schemeClr val="accent2"/>
              </a:solidFill>
              <a:latin typeface="Boldonse"/>
              <a:ea typeface="Boldonse"/>
              <a:cs typeface="Boldonse"/>
              <a:sym typeface="Boldonse"/>
            </a:endParaRPr>
          </a:p>
        </p:txBody>
      </p:sp>
      <p:sp>
        <p:nvSpPr>
          <p:cNvPr id="328" name="Google Shape;328;p46"/>
          <p:cNvSpPr txBox="1"/>
          <p:nvPr/>
        </p:nvSpPr>
        <p:spPr>
          <a:xfrm>
            <a:off x="800101" y="1440181"/>
            <a:ext cx="321468" cy="20774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id" sz="900">
                <a:solidFill>
                  <a:schemeClr val="dk1"/>
                </a:solidFill>
                <a:latin typeface="Albert Sans Light"/>
                <a:ea typeface="Albert Sans Light"/>
                <a:cs typeface="Albert Sans Light"/>
                <a:sym typeface="Albert Sans Light"/>
              </a:rPr>
              <a:t>01</a:t>
            </a:r>
            <a:endParaRPr sz="900">
              <a:solidFill>
                <a:schemeClr val="dk1"/>
              </a:solidFill>
              <a:latin typeface="Albert Sans Light"/>
              <a:ea typeface="Albert Sans Light"/>
              <a:cs typeface="Albert Sans Light"/>
              <a:sym typeface="Albert Sans Light"/>
            </a:endParaRPr>
          </a:p>
        </p:txBody>
      </p:sp>
      <p:sp>
        <p:nvSpPr>
          <p:cNvPr id="329" name="Google Shape;329;p46"/>
          <p:cNvSpPr txBox="1"/>
          <p:nvPr/>
        </p:nvSpPr>
        <p:spPr>
          <a:xfrm>
            <a:off x="3642752" y="1468195"/>
            <a:ext cx="2352300" cy="415500"/>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id" sz="900">
                <a:solidFill>
                  <a:srgbClr val="595959"/>
                </a:solidFill>
                <a:latin typeface="Albert Sans Light"/>
                <a:ea typeface="Albert Sans Light"/>
                <a:cs typeface="Albert Sans Light"/>
                <a:sym typeface="Albert Sans Light"/>
              </a:rPr>
              <a:t>Lorem ipsum dolor sit amet, consectetuer adipiscing elit. Aenean commodo ligula</a:t>
            </a:r>
            <a:endParaRPr sz="900">
              <a:solidFill>
                <a:srgbClr val="595959"/>
              </a:solidFill>
              <a:latin typeface="Albert Sans Light"/>
              <a:ea typeface="Albert Sans Light"/>
              <a:cs typeface="Albert Sans Light"/>
              <a:sym typeface="Albert Sans Light"/>
            </a:endParaRPr>
          </a:p>
        </p:txBody>
      </p:sp>
      <p:cxnSp>
        <p:nvCxnSpPr>
          <p:cNvPr id="330" name="Google Shape;330;p46"/>
          <p:cNvCxnSpPr/>
          <p:nvPr/>
        </p:nvCxnSpPr>
        <p:spPr>
          <a:xfrm>
            <a:off x="800099" y="3542125"/>
            <a:ext cx="7543800" cy="0"/>
          </a:xfrm>
          <a:prstGeom prst="straightConnector1">
            <a:avLst/>
          </a:prstGeom>
          <a:noFill/>
          <a:ln cap="flat" cmpd="sng" w="9525">
            <a:solidFill>
              <a:srgbClr val="D8D8D8"/>
            </a:solidFill>
            <a:prstDash val="solid"/>
            <a:miter lim="800000"/>
            <a:headEnd len="sm" w="sm" type="none"/>
            <a:tailEnd len="sm" w="sm" type="none"/>
          </a:ln>
        </p:spPr>
      </p:cxnSp>
      <p:sp>
        <p:nvSpPr>
          <p:cNvPr id="331" name="Google Shape;331;p46"/>
          <p:cNvSpPr txBox="1"/>
          <p:nvPr/>
        </p:nvSpPr>
        <p:spPr>
          <a:xfrm>
            <a:off x="2257410" y="2595172"/>
            <a:ext cx="1234500" cy="492600"/>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id" sz="1100">
                <a:solidFill>
                  <a:schemeClr val="accent3"/>
                </a:solidFill>
                <a:latin typeface="Boldonse"/>
                <a:ea typeface="Boldonse"/>
                <a:cs typeface="Boldonse"/>
                <a:sym typeface="Boldonse"/>
              </a:rPr>
              <a:t>Chemical Reactions</a:t>
            </a:r>
            <a:endParaRPr sz="1100">
              <a:solidFill>
                <a:schemeClr val="accent3"/>
              </a:solidFill>
              <a:latin typeface="Boldonse"/>
              <a:ea typeface="Boldonse"/>
              <a:cs typeface="Boldonse"/>
              <a:sym typeface="Boldonse"/>
            </a:endParaRPr>
          </a:p>
        </p:txBody>
      </p:sp>
      <p:sp>
        <p:nvSpPr>
          <p:cNvPr id="332" name="Google Shape;332;p46"/>
          <p:cNvSpPr txBox="1"/>
          <p:nvPr/>
        </p:nvSpPr>
        <p:spPr>
          <a:xfrm>
            <a:off x="800100" y="2567157"/>
            <a:ext cx="321468" cy="20774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id" sz="900">
                <a:solidFill>
                  <a:schemeClr val="dk1"/>
                </a:solidFill>
                <a:latin typeface="Albert Sans Light"/>
                <a:ea typeface="Albert Sans Light"/>
                <a:cs typeface="Albert Sans Light"/>
                <a:sym typeface="Albert Sans Light"/>
              </a:rPr>
              <a:t>02</a:t>
            </a:r>
            <a:endParaRPr sz="900">
              <a:solidFill>
                <a:schemeClr val="dk1"/>
              </a:solidFill>
              <a:latin typeface="Albert Sans Light"/>
              <a:ea typeface="Albert Sans Light"/>
              <a:cs typeface="Albert Sans Light"/>
              <a:sym typeface="Albert Sans Light"/>
            </a:endParaRPr>
          </a:p>
        </p:txBody>
      </p:sp>
      <p:sp>
        <p:nvSpPr>
          <p:cNvPr id="333" name="Google Shape;333;p46"/>
          <p:cNvSpPr txBox="1"/>
          <p:nvPr/>
        </p:nvSpPr>
        <p:spPr>
          <a:xfrm>
            <a:off x="3642752" y="2595172"/>
            <a:ext cx="2352300" cy="415500"/>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id" sz="900">
                <a:solidFill>
                  <a:srgbClr val="595959"/>
                </a:solidFill>
                <a:latin typeface="Albert Sans Light"/>
                <a:ea typeface="Albert Sans Light"/>
                <a:cs typeface="Albert Sans Light"/>
                <a:sym typeface="Albert Sans Light"/>
              </a:rPr>
              <a:t>Lorem ipsum dolor sit amet, consectetuer adipiscing elit. Aenean commodo ligula</a:t>
            </a:r>
            <a:endParaRPr sz="900">
              <a:solidFill>
                <a:srgbClr val="595959"/>
              </a:solidFill>
              <a:latin typeface="Albert Sans Light"/>
              <a:ea typeface="Albert Sans Light"/>
              <a:cs typeface="Albert Sans Light"/>
              <a:sym typeface="Albert Sans Light"/>
            </a:endParaRPr>
          </a:p>
        </p:txBody>
      </p:sp>
      <p:sp>
        <p:nvSpPr>
          <p:cNvPr id="334" name="Google Shape;334;p46"/>
          <p:cNvSpPr txBox="1"/>
          <p:nvPr/>
        </p:nvSpPr>
        <p:spPr>
          <a:xfrm>
            <a:off x="2257409" y="3722147"/>
            <a:ext cx="1234500" cy="492600"/>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id" sz="1100">
                <a:solidFill>
                  <a:schemeClr val="accent4"/>
                </a:solidFill>
                <a:latin typeface="Boldonse"/>
                <a:ea typeface="Boldonse"/>
                <a:cs typeface="Boldonse"/>
                <a:sym typeface="Boldonse"/>
              </a:rPr>
              <a:t>Applications in Life</a:t>
            </a:r>
            <a:endParaRPr sz="1100">
              <a:solidFill>
                <a:schemeClr val="accent4"/>
              </a:solidFill>
              <a:latin typeface="Boldonse"/>
              <a:ea typeface="Boldonse"/>
              <a:cs typeface="Boldonse"/>
              <a:sym typeface="Boldonse"/>
            </a:endParaRPr>
          </a:p>
        </p:txBody>
      </p:sp>
      <p:sp>
        <p:nvSpPr>
          <p:cNvPr id="335" name="Google Shape;335;p46"/>
          <p:cNvSpPr txBox="1"/>
          <p:nvPr/>
        </p:nvSpPr>
        <p:spPr>
          <a:xfrm>
            <a:off x="800099" y="3694132"/>
            <a:ext cx="321468" cy="20774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id" sz="900">
                <a:solidFill>
                  <a:schemeClr val="dk1"/>
                </a:solidFill>
                <a:latin typeface="Albert Sans Light"/>
                <a:ea typeface="Albert Sans Light"/>
                <a:cs typeface="Albert Sans Light"/>
                <a:sym typeface="Albert Sans Light"/>
              </a:rPr>
              <a:t>03</a:t>
            </a:r>
            <a:endParaRPr sz="900">
              <a:solidFill>
                <a:schemeClr val="dk1"/>
              </a:solidFill>
              <a:latin typeface="Albert Sans Light"/>
              <a:ea typeface="Albert Sans Light"/>
              <a:cs typeface="Albert Sans Light"/>
              <a:sym typeface="Albert Sans Light"/>
            </a:endParaRPr>
          </a:p>
        </p:txBody>
      </p:sp>
      <p:sp>
        <p:nvSpPr>
          <p:cNvPr id="336" name="Google Shape;336;p46"/>
          <p:cNvSpPr txBox="1"/>
          <p:nvPr/>
        </p:nvSpPr>
        <p:spPr>
          <a:xfrm>
            <a:off x="3642751" y="3722147"/>
            <a:ext cx="2352300" cy="415500"/>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id" sz="900">
                <a:solidFill>
                  <a:srgbClr val="595959"/>
                </a:solidFill>
                <a:latin typeface="Albert Sans Light"/>
                <a:ea typeface="Albert Sans Light"/>
                <a:cs typeface="Albert Sans Light"/>
                <a:sym typeface="Albert Sans Light"/>
              </a:rPr>
              <a:t>Lorem ipsum dolor sit amet, consectetuer adipiscing elit. Aenean commodo ligula</a:t>
            </a:r>
            <a:endParaRPr sz="900">
              <a:solidFill>
                <a:srgbClr val="595959"/>
              </a:solidFill>
              <a:latin typeface="Albert Sans Light"/>
              <a:ea typeface="Albert Sans Light"/>
              <a:cs typeface="Albert Sans Light"/>
              <a:sym typeface="Albert Sans Light"/>
            </a:endParaRPr>
          </a:p>
        </p:txBody>
      </p:sp>
      <p:grpSp>
        <p:nvGrpSpPr>
          <p:cNvPr id="337" name="Google Shape;337;p46"/>
          <p:cNvGrpSpPr/>
          <p:nvPr/>
        </p:nvGrpSpPr>
        <p:grpSpPr>
          <a:xfrm rot="152785">
            <a:off x="2183753" y="649299"/>
            <a:ext cx="1128567" cy="457028"/>
            <a:chOff x="3019620" y="865732"/>
            <a:chExt cx="1504756" cy="609370"/>
          </a:xfrm>
        </p:grpSpPr>
        <p:sp>
          <p:nvSpPr>
            <p:cNvPr id="338" name="Google Shape;338;p46"/>
            <p:cNvSpPr/>
            <p:nvPr/>
          </p:nvSpPr>
          <p:spPr>
            <a:xfrm>
              <a:off x="3019620" y="865732"/>
              <a:ext cx="1504756" cy="609370"/>
            </a:xfrm>
            <a:custGeom>
              <a:rect b="b" l="l" r="r" t="t"/>
              <a:pathLst>
                <a:path extrusionOk="0" h="617424" w="1319039">
                  <a:moveTo>
                    <a:pt x="1319039" y="308582"/>
                  </a:moveTo>
                  <a:cubicBezTo>
                    <a:pt x="1319039" y="280508"/>
                    <a:pt x="1287034" y="254187"/>
                    <a:pt x="1231113" y="231502"/>
                  </a:cubicBezTo>
                  <a:cubicBezTo>
                    <a:pt x="1287031" y="208816"/>
                    <a:pt x="1319039" y="182495"/>
                    <a:pt x="1319039" y="154421"/>
                  </a:cubicBezTo>
                  <a:cubicBezTo>
                    <a:pt x="1319039" y="69137"/>
                    <a:pt x="1023763" y="0"/>
                    <a:pt x="659520" y="0"/>
                  </a:cubicBezTo>
                  <a:cubicBezTo>
                    <a:pt x="295277" y="0"/>
                    <a:pt x="0" y="69137"/>
                    <a:pt x="0" y="154421"/>
                  </a:cubicBezTo>
                  <a:cubicBezTo>
                    <a:pt x="0" y="182495"/>
                    <a:pt x="32006" y="208816"/>
                    <a:pt x="87926" y="231502"/>
                  </a:cubicBezTo>
                  <a:cubicBezTo>
                    <a:pt x="32006" y="254187"/>
                    <a:pt x="0" y="280508"/>
                    <a:pt x="0" y="308582"/>
                  </a:cubicBezTo>
                  <a:cubicBezTo>
                    <a:pt x="0" y="336710"/>
                    <a:pt x="32136" y="363078"/>
                    <a:pt x="88254" y="385793"/>
                  </a:cubicBezTo>
                  <a:cubicBezTo>
                    <a:pt x="32136" y="408508"/>
                    <a:pt x="0" y="434875"/>
                    <a:pt x="0" y="463003"/>
                  </a:cubicBezTo>
                  <a:cubicBezTo>
                    <a:pt x="0" y="548288"/>
                    <a:pt x="295277" y="617424"/>
                    <a:pt x="659520" y="617424"/>
                  </a:cubicBezTo>
                  <a:cubicBezTo>
                    <a:pt x="1023763" y="617424"/>
                    <a:pt x="1319039" y="548288"/>
                    <a:pt x="1319039" y="463003"/>
                  </a:cubicBezTo>
                  <a:cubicBezTo>
                    <a:pt x="1319039" y="434875"/>
                    <a:pt x="1286904" y="408508"/>
                    <a:pt x="1230785" y="385793"/>
                  </a:cubicBezTo>
                  <a:cubicBezTo>
                    <a:pt x="1286904" y="363080"/>
                    <a:pt x="1319039" y="336710"/>
                    <a:pt x="1319039" y="308582"/>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lbert Sans Light"/>
                <a:ea typeface="Albert Sans Light"/>
                <a:cs typeface="Albert Sans Light"/>
                <a:sym typeface="Albert Sans Light"/>
              </a:endParaRPr>
            </a:p>
          </p:txBody>
        </p:sp>
        <p:sp>
          <p:nvSpPr>
            <p:cNvPr id="339" name="Google Shape;339;p46"/>
            <p:cNvSpPr txBox="1"/>
            <p:nvPr/>
          </p:nvSpPr>
          <p:spPr>
            <a:xfrm>
              <a:off x="3045019" y="980622"/>
              <a:ext cx="1453956" cy="379591"/>
            </a:xfrm>
            <a:prstGeom prst="rect">
              <a:avLst/>
            </a:prstGeom>
            <a:noFill/>
            <a:ln>
              <a:noFill/>
            </a:ln>
          </p:spPr>
          <p:txBody>
            <a:bodyPr anchorCtr="0" anchor="ctr" bIns="34275" lIns="68575" spcFirstLastPara="1" rIns="68575" wrap="square" tIns="34275">
              <a:spAutoFit/>
            </a:bodyPr>
            <a:lstStyle/>
            <a:p>
              <a:pPr indent="0" lvl="0" marL="0" marR="0" rtl="0" algn="ctr">
                <a:lnSpc>
                  <a:spcPct val="150000"/>
                </a:lnSpc>
                <a:spcBef>
                  <a:spcPts val="0"/>
                </a:spcBef>
                <a:spcAft>
                  <a:spcPts val="0"/>
                </a:spcAft>
                <a:buNone/>
              </a:pPr>
              <a:r>
                <a:rPr lang="id" sz="1100">
                  <a:solidFill>
                    <a:schemeClr val="accent6"/>
                  </a:solidFill>
                  <a:latin typeface="Boldonse"/>
                  <a:ea typeface="Boldonse"/>
                  <a:cs typeface="Boldonse"/>
                  <a:sym typeface="Boldonse"/>
                </a:rPr>
                <a:t>Concepts </a:t>
              </a:r>
              <a:endParaRPr sz="1100">
                <a:solidFill>
                  <a:schemeClr val="accent6"/>
                </a:solidFill>
                <a:latin typeface="Boldonse"/>
                <a:ea typeface="Boldonse"/>
                <a:cs typeface="Boldonse"/>
                <a:sym typeface="Boldonse"/>
              </a:endParaRPr>
            </a:p>
          </p:txBody>
        </p:sp>
      </p:grpSp>
      <p:pic>
        <p:nvPicPr>
          <p:cNvPr id="340" name="Google Shape;340;p46"/>
          <p:cNvPicPr preferRelativeResize="0"/>
          <p:nvPr/>
        </p:nvPicPr>
        <p:blipFill rotWithShape="1">
          <a:blip r:embed="rId3">
            <a:alphaModFix/>
          </a:blip>
          <a:srcRect b="8044" l="0" r="0" t="8045"/>
          <a:stretch/>
        </p:blipFill>
        <p:spPr>
          <a:xfrm>
            <a:off x="6600825" y="1440656"/>
            <a:ext cx="1743075" cy="822722"/>
          </a:xfrm>
          <a:custGeom>
            <a:rect b="b" l="l" r="r" t="t"/>
            <a:pathLst>
              <a:path extrusionOk="0" h="1097278" w="2324099">
                <a:moveTo>
                  <a:pt x="548639" y="0"/>
                </a:moveTo>
                <a:lnTo>
                  <a:pt x="1775460" y="0"/>
                </a:lnTo>
                <a:cubicBezTo>
                  <a:pt x="2078465" y="0"/>
                  <a:pt x="2324099" y="245634"/>
                  <a:pt x="2324099" y="548639"/>
                </a:cubicBezTo>
                <a:cubicBezTo>
                  <a:pt x="2324099" y="851644"/>
                  <a:pt x="2078465" y="1097278"/>
                  <a:pt x="1775460" y="1097278"/>
                </a:cubicBezTo>
                <a:lnTo>
                  <a:pt x="548639" y="1097278"/>
                </a:lnTo>
                <a:cubicBezTo>
                  <a:pt x="245634" y="1097278"/>
                  <a:pt x="0" y="851644"/>
                  <a:pt x="0" y="548639"/>
                </a:cubicBezTo>
                <a:cubicBezTo>
                  <a:pt x="0" y="245634"/>
                  <a:pt x="245634" y="0"/>
                  <a:pt x="548639" y="0"/>
                </a:cubicBezTo>
                <a:close/>
              </a:path>
            </a:pathLst>
          </a:custGeom>
          <a:noFill/>
          <a:ln>
            <a:noFill/>
          </a:ln>
        </p:spPr>
      </p:pic>
      <p:pic>
        <p:nvPicPr>
          <p:cNvPr id="341" name="Google Shape;341;p46"/>
          <p:cNvPicPr preferRelativeResize="0"/>
          <p:nvPr/>
        </p:nvPicPr>
        <p:blipFill rotWithShape="1">
          <a:blip r:embed="rId3">
            <a:alphaModFix/>
          </a:blip>
          <a:srcRect b="8044" l="0" r="0" t="8045"/>
          <a:stretch/>
        </p:blipFill>
        <p:spPr>
          <a:xfrm>
            <a:off x="6600825" y="2566988"/>
            <a:ext cx="1743075" cy="822722"/>
          </a:xfrm>
          <a:custGeom>
            <a:rect b="b" l="l" r="r" t="t"/>
            <a:pathLst>
              <a:path extrusionOk="0" h="1097278" w="2324099">
                <a:moveTo>
                  <a:pt x="548639" y="0"/>
                </a:moveTo>
                <a:lnTo>
                  <a:pt x="1775460" y="0"/>
                </a:lnTo>
                <a:cubicBezTo>
                  <a:pt x="2078465" y="0"/>
                  <a:pt x="2324099" y="245634"/>
                  <a:pt x="2324099" y="548639"/>
                </a:cubicBezTo>
                <a:cubicBezTo>
                  <a:pt x="2324099" y="851644"/>
                  <a:pt x="2078465" y="1097278"/>
                  <a:pt x="1775460" y="1097278"/>
                </a:cubicBezTo>
                <a:lnTo>
                  <a:pt x="548639" y="1097278"/>
                </a:lnTo>
                <a:cubicBezTo>
                  <a:pt x="245634" y="1097278"/>
                  <a:pt x="0" y="851644"/>
                  <a:pt x="0" y="548639"/>
                </a:cubicBezTo>
                <a:cubicBezTo>
                  <a:pt x="0" y="245634"/>
                  <a:pt x="245634" y="0"/>
                  <a:pt x="548639" y="0"/>
                </a:cubicBezTo>
                <a:close/>
              </a:path>
            </a:pathLst>
          </a:custGeom>
          <a:noFill/>
          <a:ln>
            <a:noFill/>
          </a:ln>
        </p:spPr>
      </p:pic>
      <p:pic>
        <p:nvPicPr>
          <p:cNvPr id="342" name="Google Shape;342;p46"/>
          <p:cNvPicPr preferRelativeResize="0"/>
          <p:nvPr/>
        </p:nvPicPr>
        <p:blipFill rotWithShape="1">
          <a:blip r:embed="rId3">
            <a:alphaModFix/>
          </a:blip>
          <a:srcRect b="8044" l="0" r="0" t="8045"/>
          <a:stretch/>
        </p:blipFill>
        <p:spPr>
          <a:xfrm>
            <a:off x="6600825" y="3694510"/>
            <a:ext cx="1743075" cy="822722"/>
          </a:xfrm>
          <a:custGeom>
            <a:rect b="b" l="l" r="r" t="t"/>
            <a:pathLst>
              <a:path extrusionOk="0" h="1097278" w="2324099">
                <a:moveTo>
                  <a:pt x="548639" y="0"/>
                </a:moveTo>
                <a:lnTo>
                  <a:pt x="1775460" y="0"/>
                </a:lnTo>
                <a:cubicBezTo>
                  <a:pt x="2078465" y="0"/>
                  <a:pt x="2324099" y="245634"/>
                  <a:pt x="2324099" y="548639"/>
                </a:cubicBezTo>
                <a:cubicBezTo>
                  <a:pt x="2324099" y="851644"/>
                  <a:pt x="2078465" y="1097278"/>
                  <a:pt x="1775460" y="1097278"/>
                </a:cubicBezTo>
                <a:lnTo>
                  <a:pt x="548639" y="1097278"/>
                </a:lnTo>
                <a:cubicBezTo>
                  <a:pt x="245634" y="1097278"/>
                  <a:pt x="0" y="851644"/>
                  <a:pt x="0" y="548639"/>
                </a:cubicBezTo>
                <a:cubicBezTo>
                  <a:pt x="0" y="245634"/>
                  <a:pt x="245634" y="0"/>
                  <a:pt x="548639" y="0"/>
                </a:cubicBezTo>
                <a:close/>
              </a:path>
            </a:pathLst>
          </a:cu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47"/>
          <p:cNvSpPr txBox="1"/>
          <p:nvPr/>
        </p:nvSpPr>
        <p:spPr>
          <a:xfrm>
            <a:off x="800099" y="717848"/>
            <a:ext cx="7265195" cy="484748"/>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id" sz="2700">
                <a:solidFill>
                  <a:srgbClr val="0C0C0C"/>
                </a:solidFill>
                <a:latin typeface="Boldonse"/>
                <a:ea typeface="Boldonse"/>
                <a:cs typeface="Boldonse"/>
                <a:sym typeface="Boldonse"/>
              </a:rPr>
              <a:t>Chemistry around us</a:t>
            </a:r>
            <a:endParaRPr sz="1100"/>
          </a:p>
        </p:txBody>
      </p:sp>
      <p:sp>
        <p:nvSpPr>
          <p:cNvPr id="348" name="Google Shape;348;p47"/>
          <p:cNvSpPr txBox="1"/>
          <p:nvPr/>
        </p:nvSpPr>
        <p:spPr>
          <a:xfrm>
            <a:off x="800101" y="3843637"/>
            <a:ext cx="1463040" cy="669414"/>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id" sz="900">
                <a:solidFill>
                  <a:srgbClr val="595959"/>
                </a:solidFill>
                <a:latin typeface="Albert Sans Light"/>
                <a:ea typeface="Albert Sans Light"/>
                <a:cs typeface="Albert Sans Light"/>
                <a:sym typeface="Albert Sans Light"/>
              </a:rPr>
              <a:t>Lorem ipsum dolor sit, adipiscing elit. commodo ligula eget dolor. Aenean</a:t>
            </a:r>
            <a:endParaRPr sz="900">
              <a:solidFill>
                <a:srgbClr val="595959"/>
              </a:solidFill>
              <a:latin typeface="Albert Sans Light"/>
              <a:ea typeface="Albert Sans Light"/>
              <a:cs typeface="Albert Sans Light"/>
              <a:sym typeface="Albert Sans Light"/>
            </a:endParaRPr>
          </a:p>
        </p:txBody>
      </p:sp>
      <p:sp>
        <p:nvSpPr>
          <p:cNvPr id="349" name="Google Shape;349;p47"/>
          <p:cNvSpPr txBox="1"/>
          <p:nvPr/>
        </p:nvSpPr>
        <p:spPr>
          <a:xfrm>
            <a:off x="800100" y="3589721"/>
            <a:ext cx="1566392" cy="253915"/>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id" sz="900">
                <a:solidFill>
                  <a:srgbClr val="0C0C0C"/>
                </a:solidFill>
                <a:latin typeface="Boldonse"/>
                <a:ea typeface="Boldonse"/>
                <a:cs typeface="Boldonse"/>
                <a:sym typeface="Boldonse"/>
              </a:rPr>
              <a:t>In cleaning product</a:t>
            </a:r>
            <a:endParaRPr sz="900">
              <a:solidFill>
                <a:srgbClr val="0C0C0C"/>
              </a:solidFill>
              <a:latin typeface="Boldonse"/>
              <a:ea typeface="Boldonse"/>
              <a:cs typeface="Boldonse"/>
              <a:sym typeface="Boldonse"/>
            </a:endParaRPr>
          </a:p>
        </p:txBody>
      </p:sp>
      <p:sp>
        <p:nvSpPr>
          <p:cNvPr id="350" name="Google Shape;350;p47"/>
          <p:cNvSpPr/>
          <p:nvPr/>
        </p:nvSpPr>
        <p:spPr>
          <a:xfrm>
            <a:off x="2460307" y="1595012"/>
            <a:ext cx="1463040" cy="1460754"/>
          </a:xfrm>
          <a:prstGeom prst="roundRect">
            <a:avLst>
              <a:gd fmla="val 13108" name="adj"/>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grpSp>
        <p:nvGrpSpPr>
          <p:cNvPr id="351" name="Google Shape;351;p47"/>
          <p:cNvGrpSpPr/>
          <p:nvPr/>
        </p:nvGrpSpPr>
        <p:grpSpPr>
          <a:xfrm>
            <a:off x="2575925" y="1809220"/>
            <a:ext cx="1231805" cy="1032338"/>
            <a:chOff x="3405844" y="2507432"/>
            <a:chExt cx="1642406" cy="1376450"/>
          </a:xfrm>
        </p:grpSpPr>
        <p:sp>
          <p:nvSpPr>
            <p:cNvPr id="352" name="Google Shape;352;p47"/>
            <p:cNvSpPr txBox="1"/>
            <p:nvPr/>
          </p:nvSpPr>
          <p:spPr>
            <a:xfrm>
              <a:off x="3405844" y="2991330"/>
              <a:ext cx="1642406" cy="892552"/>
            </a:xfrm>
            <a:prstGeom prst="rect">
              <a:avLst/>
            </a:prstGeom>
            <a:noFill/>
            <a:ln>
              <a:noFill/>
            </a:ln>
          </p:spPr>
          <p:txBody>
            <a:bodyPr anchorCtr="0" anchor="t" bIns="34275" lIns="68575" spcFirstLastPara="1" rIns="68575" wrap="square" tIns="34275">
              <a:spAutoFit/>
            </a:bodyPr>
            <a:lstStyle/>
            <a:p>
              <a:pPr indent="-120650" lvl="0" marL="127000" marR="0" rtl="0" algn="l">
                <a:lnSpc>
                  <a:spcPct val="150000"/>
                </a:lnSpc>
                <a:spcBef>
                  <a:spcPts val="0"/>
                </a:spcBef>
                <a:spcAft>
                  <a:spcPts val="0"/>
                </a:spcAft>
                <a:buClr>
                  <a:schemeClr val="lt1"/>
                </a:buClr>
                <a:buSzPts val="900"/>
                <a:buFont typeface="Arial"/>
                <a:buChar char="•"/>
              </a:pPr>
              <a:r>
                <a:rPr lang="id" sz="900">
                  <a:solidFill>
                    <a:schemeClr val="lt1"/>
                  </a:solidFill>
                  <a:latin typeface="Albert Sans Light"/>
                  <a:ea typeface="Albert Sans Light"/>
                  <a:cs typeface="Albert Sans Light"/>
                  <a:sym typeface="Albert Sans Light"/>
                </a:rPr>
                <a:t>Lorem ipsum sit </a:t>
              </a:r>
              <a:endParaRPr sz="900">
                <a:solidFill>
                  <a:schemeClr val="lt1"/>
                </a:solidFill>
                <a:latin typeface="Albert Sans Light"/>
                <a:ea typeface="Albert Sans Light"/>
                <a:cs typeface="Albert Sans Light"/>
                <a:sym typeface="Albert Sans Light"/>
              </a:endParaRPr>
            </a:p>
            <a:p>
              <a:pPr indent="-120650" lvl="0" marL="127000" marR="0" rtl="0" algn="l">
                <a:lnSpc>
                  <a:spcPct val="150000"/>
                </a:lnSpc>
                <a:spcBef>
                  <a:spcPts val="0"/>
                </a:spcBef>
                <a:spcAft>
                  <a:spcPts val="0"/>
                </a:spcAft>
                <a:buClr>
                  <a:schemeClr val="lt1"/>
                </a:buClr>
                <a:buSzPts val="900"/>
                <a:buFont typeface="Arial"/>
                <a:buChar char="•"/>
              </a:pPr>
              <a:r>
                <a:rPr lang="id" sz="900">
                  <a:solidFill>
                    <a:schemeClr val="lt1"/>
                  </a:solidFill>
                  <a:latin typeface="Albert Sans Light"/>
                  <a:ea typeface="Albert Sans Light"/>
                  <a:cs typeface="Albert Sans Light"/>
                  <a:sym typeface="Albert Sans Light"/>
                </a:rPr>
                <a:t>Consectetuer</a:t>
              </a:r>
              <a:endParaRPr sz="900">
                <a:solidFill>
                  <a:schemeClr val="lt1"/>
                </a:solidFill>
                <a:latin typeface="Albert Sans Light"/>
                <a:ea typeface="Albert Sans Light"/>
                <a:cs typeface="Albert Sans Light"/>
                <a:sym typeface="Albert Sans Light"/>
              </a:endParaRPr>
            </a:p>
            <a:p>
              <a:pPr indent="-120650" lvl="0" marL="127000" marR="0" rtl="0" algn="l">
                <a:lnSpc>
                  <a:spcPct val="150000"/>
                </a:lnSpc>
                <a:spcBef>
                  <a:spcPts val="0"/>
                </a:spcBef>
                <a:spcAft>
                  <a:spcPts val="0"/>
                </a:spcAft>
                <a:buClr>
                  <a:schemeClr val="lt1"/>
                </a:buClr>
                <a:buSzPts val="900"/>
                <a:buFont typeface="Arial"/>
                <a:buChar char="•"/>
              </a:pPr>
              <a:r>
                <a:rPr lang="id" sz="900">
                  <a:solidFill>
                    <a:schemeClr val="lt1"/>
                  </a:solidFill>
                  <a:latin typeface="Albert Sans Light"/>
                  <a:ea typeface="Albert Sans Light"/>
                  <a:cs typeface="Albert Sans Light"/>
                  <a:sym typeface="Albert Sans Light"/>
                </a:rPr>
                <a:t>Aenean commodo</a:t>
              </a:r>
              <a:endParaRPr sz="900">
                <a:solidFill>
                  <a:schemeClr val="lt1"/>
                </a:solidFill>
                <a:latin typeface="Albert Sans Light"/>
                <a:ea typeface="Albert Sans Light"/>
                <a:cs typeface="Albert Sans Light"/>
                <a:sym typeface="Albert Sans Light"/>
              </a:endParaRPr>
            </a:p>
          </p:txBody>
        </p:sp>
        <p:sp>
          <p:nvSpPr>
            <p:cNvPr id="353" name="Google Shape;353;p47"/>
            <p:cNvSpPr txBox="1"/>
            <p:nvPr/>
          </p:nvSpPr>
          <p:spPr>
            <a:xfrm>
              <a:off x="3405844" y="2507432"/>
              <a:ext cx="1642406" cy="338554"/>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id" sz="900">
                  <a:solidFill>
                    <a:schemeClr val="accent6"/>
                  </a:solidFill>
                  <a:latin typeface="Boldonse"/>
                  <a:ea typeface="Boldonse"/>
                  <a:cs typeface="Boldonse"/>
                  <a:sym typeface="Boldonse"/>
                </a:rPr>
                <a:t>Why It Matters</a:t>
              </a:r>
              <a:endParaRPr sz="900">
                <a:solidFill>
                  <a:schemeClr val="accent6"/>
                </a:solidFill>
                <a:latin typeface="Boldonse"/>
                <a:ea typeface="Boldonse"/>
                <a:cs typeface="Boldonse"/>
                <a:sym typeface="Boldonse"/>
              </a:endParaRPr>
            </a:p>
          </p:txBody>
        </p:sp>
      </p:grpSp>
      <p:sp>
        <p:nvSpPr>
          <p:cNvPr id="354" name="Google Shape;354;p47"/>
          <p:cNvSpPr txBox="1"/>
          <p:nvPr/>
        </p:nvSpPr>
        <p:spPr>
          <a:xfrm>
            <a:off x="4120515" y="3520438"/>
            <a:ext cx="1463040" cy="20774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id" sz="900">
                <a:solidFill>
                  <a:srgbClr val="595959"/>
                </a:solidFill>
                <a:latin typeface="Albert Sans Light"/>
                <a:ea typeface="Albert Sans Light"/>
                <a:cs typeface="Albert Sans Light"/>
                <a:sym typeface="Albert Sans Light"/>
              </a:rPr>
              <a:t>Lorem ipsum dolor sit, </a:t>
            </a:r>
            <a:endParaRPr sz="900">
              <a:solidFill>
                <a:srgbClr val="595959"/>
              </a:solidFill>
              <a:latin typeface="Albert Sans Light"/>
              <a:ea typeface="Albert Sans Light"/>
              <a:cs typeface="Albert Sans Light"/>
              <a:sym typeface="Albert Sans Light"/>
            </a:endParaRPr>
          </a:p>
        </p:txBody>
      </p:sp>
      <p:sp>
        <p:nvSpPr>
          <p:cNvPr id="355" name="Google Shape;355;p47"/>
          <p:cNvSpPr txBox="1"/>
          <p:nvPr/>
        </p:nvSpPr>
        <p:spPr>
          <a:xfrm>
            <a:off x="4120515" y="3197945"/>
            <a:ext cx="1463040" cy="253915"/>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id" sz="900">
                <a:solidFill>
                  <a:srgbClr val="0C0C0C"/>
                </a:solidFill>
                <a:latin typeface="Boldonse"/>
                <a:ea typeface="Boldonse"/>
                <a:cs typeface="Boldonse"/>
                <a:sym typeface="Boldonse"/>
              </a:rPr>
              <a:t>In healthcare</a:t>
            </a:r>
            <a:endParaRPr sz="900">
              <a:solidFill>
                <a:srgbClr val="0C0C0C"/>
              </a:solidFill>
              <a:latin typeface="Boldonse"/>
              <a:ea typeface="Boldonse"/>
              <a:cs typeface="Boldonse"/>
              <a:sym typeface="Boldonse"/>
            </a:endParaRPr>
          </a:p>
        </p:txBody>
      </p:sp>
      <p:sp>
        <p:nvSpPr>
          <p:cNvPr id="356" name="Google Shape;356;p47"/>
          <p:cNvSpPr txBox="1"/>
          <p:nvPr/>
        </p:nvSpPr>
        <p:spPr>
          <a:xfrm>
            <a:off x="5780721" y="3467315"/>
            <a:ext cx="2563178" cy="461665"/>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id" sz="900">
                <a:solidFill>
                  <a:srgbClr val="595959"/>
                </a:solidFill>
                <a:latin typeface="Albert Sans Light"/>
                <a:ea typeface="Albert Sans Light"/>
                <a:cs typeface="Albert Sans Light"/>
                <a:sym typeface="Albert Sans Light"/>
              </a:rPr>
              <a:t>Lorem ipsum dolor sit amet, consectetuer adipiscing elit. Aenean commodo ligula eget</a:t>
            </a:r>
            <a:endParaRPr sz="900">
              <a:solidFill>
                <a:srgbClr val="595959"/>
              </a:solidFill>
              <a:latin typeface="Albert Sans Light"/>
              <a:ea typeface="Albert Sans Light"/>
              <a:cs typeface="Albert Sans Light"/>
              <a:sym typeface="Albert Sans Light"/>
            </a:endParaRPr>
          </a:p>
        </p:txBody>
      </p:sp>
      <p:sp>
        <p:nvSpPr>
          <p:cNvPr id="357" name="Google Shape;357;p47"/>
          <p:cNvSpPr txBox="1"/>
          <p:nvPr/>
        </p:nvSpPr>
        <p:spPr>
          <a:xfrm>
            <a:off x="5780722" y="3197945"/>
            <a:ext cx="1463040" cy="253915"/>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id" sz="900">
                <a:solidFill>
                  <a:srgbClr val="0C0C0C"/>
                </a:solidFill>
                <a:latin typeface="Boldonse"/>
                <a:ea typeface="Boldonse"/>
                <a:cs typeface="Boldonse"/>
                <a:sym typeface="Boldonse"/>
              </a:rPr>
              <a:t>In food &amp; drinks</a:t>
            </a:r>
            <a:endParaRPr sz="900">
              <a:solidFill>
                <a:srgbClr val="0C0C0C"/>
              </a:solidFill>
              <a:latin typeface="Boldonse"/>
              <a:ea typeface="Boldonse"/>
              <a:cs typeface="Boldonse"/>
              <a:sym typeface="Boldonse"/>
            </a:endParaRPr>
          </a:p>
        </p:txBody>
      </p:sp>
      <p:grpSp>
        <p:nvGrpSpPr>
          <p:cNvPr id="358" name="Google Shape;358;p47"/>
          <p:cNvGrpSpPr/>
          <p:nvPr/>
        </p:nvGrpSpPr>
        <p:grpSpPr>
          <a:xfrm>
            <a:off x="5780721" y="4171950"/>
            <a:ext cx="937977" cy="342900"/>
            <a:chOff x="7707628" y="5562600"/>
            <a:chExt cx="1250636" cy="457200"/>
          </a:xfrm>
        </p:grpSpPr>
        <p:sp>
          <p:nvSpPr>
            <p:cNvPr id="359" name="Google Shape;359;p47"/>
            <p:cNvSpPr/>
            <p:nvPr/>
          </p:nvSpPr>
          <p:spPr>
            <a:xfrm>
              <a:off x="7707628" y="5562600"/>
              <a:ext cx="1250636" cy="457200"/>
            </a:xfrm>
            <a:prstGeom prst="roundRect">
              <a:avLst>
                <a:gd fmla="val 50000" name="adj"/>
              </a:avLst>
            </a:prstGeom>
            <a:noFill/>
            <a:ln cap="flat" cmpd="sng" w="9525">
              <a:solidFill>
                <a:schemeClr val="accen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700">
                <a:solidFill>
                  <a:schemeClr val="lt1"/>
                </a:solidFill>
                <a:latin typeface="Boldonse"/>
                <a:ea typeface="Boldonse"/>
                <a:cs typeface="Boldonse"/>
                <a:sym typeface="Boldonse"/>
              </a:endParaRPr>
            </a:p>
          </p:txBody>
        </p:sp>
        <p:sp>
          <p:nvSpPr>
            <p:cNvPr id="360" name="Google Shape;360;p47"/>
            <p:cNvSpPr txBox="1"/>
            <p:nvPr/>
          </p:nvSpPr>
          <p:spPr>
            <a:xfrm>
              <a:off x="7820501" y="5694702"/>
              <a:ext cx="1024890" cy="230832"/>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id" sz="700">
                  <a:solidFill>
                    <a:schemeClr val="accent1"/>
                  </a:solidFill>
                  <a:latin typeface="Boldonse"/>
                  <a:ea typeface="Boldonse"/>
                  <a:cs typeface="Boldonse"/>
                  <a:sym typeface="Boldonse"/>
                </a:rPr>
                <a:t>Learn more</a:t>
              </a:r>
              <a:endParaRPr sz="700">
                <a:solidFill>
                  <a:schemeClr val="accent1"/>
                </a:solidFill>
                <a:latin typeface="Boldonse"/>
                <a:ea typeface="Boldonse"/>
                <a:cs typeface="Boldonse"/>
                <a:sym typeface="Boldonse"/>
              </a:endParaRPr>
            </a:p>
          </p:txBody>
        </p:sp>
      </p:grpSp>
      <p:pic>
        <p:nvPicPr>
          <p:cNvPr id="361" name="Google Shape;361;p47"/>
          <p:cNvPicPr preferRelativeResize="0"/>
          <p:nvPr/>
        </p:nvPicPr>
        <p:blipFill rotWithShape="1">
          <a:blip r:embed="rId3">
            <a:alphaModFix/>
          </a:blip>
          <a:srcRect b="0" l="649" r="648" t="0"/>
          <a:stretch/>
        </p:blipFill>
        <p:spPr>
          <a:xfrm>
            <a:off x="5780485" y="1595438"/>
            <a:ext cx="2563415" cy="1460897"/>
          </a:xfrm>
          <a:custGeom>
            <a:rect b="b" l="l" r="r" t="t"/>
            <a:pathLst>
              <a:path extrusionOk="0" h="1947672" w="3417571">
                <a:moveTo>
                  <a:pt x="210232" y="0"/>
                </a:moveTo>
                <a:lnTo>
                  <a:pt x="3207339" y="0"/>
                </a:lnTo>
                <a:cubicBezTo>
                  <a:pt x="3323447" y="0"/>
                  <a:pt x="3417571" y="94124"/>
                  <a:pt x="3417571" y="210232"/>
                </a:cubicBezTo>
                <a:lnTo>
                  <a:pt x="3417571" y="1737440"/>
                </a:lnTo>
                <a:cubicBezTo>
                  <a:pt x="3417571" y="1853548"/>
                  <a:pt x="3323447" y="1947672"/>
                  <a:pt x="3207339" y="1947672"/>
                </a:cubicBezTo>
                <a:lnTo>
                  <a:pt x="210232" y="1947672"/>
                </a:lnTo>
                <a:cubicBezTo>
                  <a:pt x="94124" y="1947672"/>
                  <a:pt x="0" y="1853548"/>
                  <a:pt x="0" y="1737440"/>
                </a:cubicBezTo>
                <a:lnTo>
                  <a:pt x="0" y="210232"/>
                </a:lnTo>
                <a:cubicBezTo>
                  <a:pt x="0" y="94124"/>
                  <a:pt x="94124" y="0"/>
                  <a:pt x="210232" y="0"/>
                </a:cubicBezTo>
                <a:close/>
              </a:path>
            </a:pathLst>
          </a:custGeom>
          <a:noFill/>
          <a:ln>
            <a:noFill/>
          </a:ln>
        </p:spPr>
      </p:pic>
      <p:pic>
        <p:nvPicPr>
          <p:cNvPr id="362" name="Google Shape;362;p47"/>
          <p:cNvPicPr preferRelativeResize="0"/>
          <p:nvPr/>
        </p:nvPicPr>
        <p:blipFill rotWithShape="1">
          <a:blip r:embed="rId3">
            <a:alphaModFix/>
          </a:blip>
          <a:srcRect b="0" l="21829" r="21828" t="0"/>
          <a:stretch/>
        </p:blipFill>
        <p:spPr>
          <a:xfrm>
            <a:off x="4120753" y="1595438"/>
            <a:ext cx="1463278" cy="1460897"/>
          </a:xfrm>
          <a:custGeom>
            <a:rect b="b" l="l" r="r" t="t"/>
            <a:pathLst>
              <a:path extrusionOk="0" h="1947672" w="1950720">
                <a:moveTo>
                  <a:pt x="229553" y="0"/>
                </a:moveTo>
                <a:lnTo>
                  <a:pt x="1721167" y="0"/>
                </a:lnTo>
                <a:cubicBezTo>
                  <a:pt x="1847946" y="0"/>
                  <a:pt x="1950720" y="102774"/>
                  <a:pt x="1950720" y="229553"/>
                </a:cubicBezTo>
                <a:lnTo>
                  <a:pt x="1950720" y="1718119"/>
                </a:lnTo>
                <a:cubicBezTo>
                  <a:pt x="1950720" y="1844898"/>
                  <a:pt x="1847946" y="1947672"/>
                  <a:pt x="1721167" y="1947672"/>
                </a:cubicBezTo>
                <a:lnTo>
                  <a:pt x="229553" y="1947672"/>
                </a:lnTo>
                <a:cubicBezTo>
                  <a:pt x="102774" y="1947672"/>
                  <a:pt x="0" y="1844898"/>
                  <a:pt x="0" y="1718119"/>
                </a:cubicBezTo>
                <a:lnTo>
                  <a:pt x="0" y="229553"/>
                </a:lnTo>
                <a:cubicBezTo>
                  <a:pt x="0" y="102774"/>
                  <a:pt x="102774" y="0"/>
                  <a:pt x="229553" y="0"/>
                </a:cubicBezTo>
                <a:close/>
              </a:path>
            </a:pathLst>
          </a:custGeom>
          <a:noFill/>
          <a:ln>
            <a:noFill/>
          </a:ln>
        </p:spPr>
      </p:pic>
      <p:pic>
        <p:nvPicPr>
          <p:cNvPr id="363" name="Google Shape;363;p47"/>
          <p:cNvPicPr preferRelativeResize="0"/>
          <p:nvPr/>
        </p:nvPicPr>
        <p:blipFill rotWithShape="1">
          <a:blip r:embed="rId3">
            <a:alphaModFix/>
          </a:blip>
          <a:srcRect b="0" l="27828" r="27828" t="0"/>
          <a:stretch/>
        </p:blipFill>
        <p:spPr>
          <a:xfrm>
            <a:off x="800100" y="1595438"/>
            <a:ext cx="1463279" cy="1856185"/>
          </a:xfrm>
          <a:custGeom>
            <a:rect b="b" l="l" r="r" t="t"/>
            <a:pathLst>
              <a:path extrusionOk="0" h="2475798" w="1950720">
                <a:moveTo>
                  <a:pt x="249322" y="0"/>
                </a:moveTo>
                <a:lnTo>
                  <a:pt x="1701398" y="0"/>
                </a:lnTo>
                <a:cubicBezTo>
                  <a:pt x="1839095" y="0"/>
                  <a:pt x="1950720" y="111625"/>
                  <a:pt x="1950720" y="249322"/>
                </a:cubicBezTo>
                <a:lnTo>
                  <a:pt x="1950720" y="2226476"/>
                </a:lnTo>
                <a:cubicBezTo>
                  <a:pt x="1950720" y="2364173"/>
                  <a:pt x="1839095" y="2475798"/>
                  <a:pt x="1701398" y="2475798"/>
                </a:cubicBezTo>
                <a:lnTo>
                  <a:pt x="249322" y="2475798"/>
                </a:lnTo>
                <a:cubicBezTo>
                  <a:pt x="111625" y="2475798"/>
                  <a:pt x="0" y="2364173"/>
                  <a:pt x="0" y="2226476"/>
                </a:cubicBezTo>
                <a:lnTo>
                  <a:pt x="0" y="249322"/>
                </a:lnTo>
                <a:cubicBezTo>
                  <a:pt x="0" y="111625"/>
                  <a:pt x="111625" y="0"/>
                  <a:pt x="249322" y="0"/>
                </a:cubicBezTo>
                <a:close/>
              </a:path>
            </a:pathLst>
          </a:cu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48"/>
          <p:cNvSpPr txBox="1"/>
          <p:nvPr/>
        </p:nvSpPr>
        <p:spPr>
          <a:xfrm>
            <a:off x="800099" y="613391"/>
            <a:ext cx="4407694" cy="1101071"/>
          </a:xfrm>
          <a:prstGeom prst="rect">
            <a:avLst/>
          </a:prstGeom>
          <a:noFill/>
          <a:ln>
            <a:noFill/>
          </a:ln>
        </p:spPr>
        <p:txBody>
          <a:bodyPr anchorCtr="0" anchor="t" bIns="34275" lIns="68575" spcFirstLastPara="1" rIns="68575" wrap="square" tIns="34275">
            <a:spAutoFit/>
          </a:bodyPr>
          <a:lstStyle/>
          <a:p>
            <a:pPr indent="0" lvl="0" marL="0" marR="0" rtl="0" algn="l">
              <a:lnSpc>
                <a:spcPct val="130000"/>
              </a:lnSpc>
              <a:spcBef>
                <a:spcPts val="0"/>
              </a:spcBef>
              <a:spcAft>
                <a:spcPts val="0"/>
              </a:spcAft>
              <a:buNone/>
            </a:pPr>
            <a:r>
              <a:rPr lang="id" sz="2700">
                <a:solidFill>
                  <a:srgbClr val="0C0C0C"/>
                </a:solidFill>
                <a:latin typeface="Boldonse"/>
                <a:ea typeface="Boldonse"/>
                <a:cs typeface="Boldonse"/>
                <a:sym typeface="Boldonse"/>
              </a:rPr>
              <a:t>How chemistry impacts our lives</a:t>
            </a:r>
            <a:endParaRPr sz="1100"/>
          </a:p>
        </p:txBody>
      </p:sp>
      <p:sp>
        <p:nvSpPr>
          <p:cNvPr id="370" name="Google Shape;370;p48"/>
          <p:cNvSpPr/>
          <p:nvPr/>
        </p:nvSpPr>
        <p:spPr>
          <a:xfrm>
            <a:off x="800099" y="3621881"/>
            <a:ext cx="1360885" cy="1521619"/>
          </a:xfrm>
          <a:prstGeom prst="round2SameRect">
            <a:avLst>
              <a:gd fmla="val 0" name="adj1"/>
              <a:gd fmla="val 0" name="adj2"/>
            </a:avLst>
          </a:prstGeom>
          <a:solidFill>
            <a:srgbClr val="E3E4F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sp>
        <p:nvSpPr>
          <p:cNvPr id="371" name="Google Shape;371;p48"/>
          <p:cNvSpPr/>
          <p:nvPr/>
        </p:nvSpPr>
        <p:spPr>
          <a:xfrm>
            <a:off x="800100" y="3377803"/>
            <a:ext cx="1360884" cy="488156"/>
          </a:xfrm>
          <a:prstGeom prst="roundRect">
            <a:avLst>
              <a:gd fmla="val 50000" name="adj"/>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sp>
        <p:nvSpPr>
          <p:cNvPr id="372" name="Google Shape;372;p48"/>
          <p:cNvSpPr txBox="1"/>
          <p:nvPr/>
        </p:nvSpPr>
        <p:spPr>
          <a:xfrm>
            <a:off x="926140" y="3522937"/>
            <a:ext cx="1108800" cy="207900"/>
          </a:xfrm>
          <a:prstGeom prst="rect">
            <a:avLst/>
          </a:prstGeom>
          <a:noFill/>
          <a:ln>
            <a:noFill/>
          </a:ln>
        </p:spPr>
        <p:txBody>
          <a:bodyPr anchorCtr="0" anchor="t" bIns="34275" lIns="68575" spcFirstLastPara="1" rIns="68575" wrap="square" tIns="34275">
            <a:spAutoFit/>
          </a:bodyPr>
          <a:lstStyle/>
          <a:p>
            <a:pPr indent="0" lvl="0" marL="0" marR="0" rtl="0" algn="ctr">
              <a:lnSpc>
                <a:spcPct val="150000"/>
              </a:lnSpc>
              <a:spcBef>
                <a:spcPts val="0"/>
              </a:spcBef>
              <a:spcAft>
                <a:spcPts val="0"/>
              </a:spcAft>
              <a:buNone/>
            </a:pPr>
            <a:r>
              <a:rPr lang="id" sz="900">
                <a:solidFill>
                  <a:schemeClr val="accent6"/>
                </a:solidFill>
                <a:latin typeface="Boldonse"/>
                <a:ea typeface="Boldonse"/>
                <a:cs typeface="Boldonse"/>
                <a:sym typeface="Boldonse"/>
              </a:rPr>
              <a:t>Clean water</a:t>
            </a:r>
            <a:endParaRPr sz="900">
              <a:solidFill>
                <a:schemeClr val="accent6"/>
              </a:solidFill>
              <a:latin typeface="Boldonse"/>
              <a:ea typeface="Boldonse"/>
              <a:cs typeface="Boldonse"/>
              <a:sym typeface="Boldonse"/>
            </a:endParaRPr>
          </a:p>
        </p:txBody>
      </p:sp>
      <p:sp>
        <p:nvSpPr>
          <p:cNvPr id="373" name="Google Shape;373;p48"/>
          <p:cNvSpPr/>
          <p:nvPr/>
        </p:nvSpPr>
        <p:spPr>
          <a:xfrm>
            <a:off x="2345828" y="3136105"/>
            <a:ext cx="1360885" cy="2007394"/>
          </a:xfrm>
          <a:prstGeom prst="round2SameRect">
            <a:avLst>
              <a:gd fmla="val 0" name="adj1"/>
              <a:gd fmla="val 0" name="adj2"/>
            </a:avLst>
          </a:prstGeom>
          <a:solidFill>
            <a:srgbClr val="DEF4EE"/>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sp>
        <p:nvSpPr>
          <p:cNvPr id="374" name="Google Shape;374;p48"/>
          <p:cNvSpPr/>
          <p:nvPr/>
        </p:nvSpPr>
        <p:spPr>
          <a:xfrm>
            <a:off x="2345829" y="2892028"/>
            <a:ext cx="1360884" cy="488156"/>
          </a:xfrm>
          <a:prstGeom prst="roundRect">
            <a:avLst>
              <a:gd fmla="val 50000" name="adj"/>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sp>
        <p:nvSpPr>
          <p:cNvPr id="375" name="Google Shape;375;p48"/>
          <p:cNvSpPr txBox="1"/>
          <p:nvPr/>
        </p:nvSpPr>
        <p:spPr>
          <a:xfrm>
            <a:off x="2471869" y="3037162"/>
            <a:ext cx="1108800" cy="207900"/>
          </a:xfrm>
          <a:prstGeom prst="rect">
            <a:avLst/>
          </a:prstGeom>
          <a:noFill/>
          <a:ln>
            <a:noFill/>
          </a:ln>
        </p:spPr>
        <p:txBody>
          <a:bodyPr anchorCtr="0" anchor="t" bIns="34275" lIns="68575" spcFirstLastPara="1" rIns="68575" wrap="square" tIns="34275">
            <a:spAutoFit/>
          </a:bodyPr>
          <a:lstStyle/>
          <a:p>
            <a:pPr indent="0" lvl="0" marL="0" marR="0" rtl="0" algn="ctr">
              <a:lnSpc>
                <a:spcPct val="150000"/>
              </a:lnSpc>
              <a:spcBef>
                <a:spcPts val="0"/>
              </a:spcBef>
              <a:spcAft>
                <a:spcPts val="0"/>
              </a:spcAft>
              <a:buNone/>
            </a:pPr>
            <a:r>
              <a:rPr lang="id" sz="900">
                <a:solidFill>
                  <a:schemeClr val="accent6"/>
                </a:solidFill>
                <a:latin typeface="Boldonse"/>
                <a:ea typeface="Boldonse"/>
                <a:cs typeface="Boldonse"/>
                <a:sym typeface="Boldonse"/>
              </a:rPr>
              <a:t>Food safety</a:t>
            </a:r>
            <a:endParaRPr sz="900">
              <a:solidFill>
                <a:schemeClr val="accent6"/>
              </a:solidFill>
              <a:latin typeface="Boldonse"/>
              <a:ea typeface="Boldonse"/>
              <a:cs typeface="Boldonse"/>
              <a:sym typeface="Boldonse"/>
            </a:endParaRPr>
          </a:p>
        </p:txBody>
      </p:sp>
      <p:sp>
        <p:nvSpPr>
          <p:cNvPr id="376" name="Google Shape;376;p48"/>
          <p:cNvSpPr/>
          <p:nvPr/>
        </p:nvSpPr>
        <p:spPr>
          <a:xfrm>
            <a:off x="3891557" y="2621756"/>
            <a:ext cx="1360885" cy="2521744"/>
          </a:xfrm>
          <a:prstGeom prst="round2SameRect">
            <a:avLst>
              <a:gd fmla="val 0" name="adj1"/>
              <a:gd fmla="val 0" name="adj2"/>
            </a:avLst>
          </a:prstGeom>
          <a:solidFill>
            <a:srgbClr val="FEE6F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sp>
        <p:nvSpPr>
          <p:cNvPr id="377" name="Google Shape;377;p48"/>
          <p:cNvSpPr/>
          <p:nvPr/>
        </p:nvSpPr>
        <p:spPr>
          <a:xfrm>
            <a:off x="3891558" y="2377678"/>
            <a:ext cx="1360884" cy="488156"/>
          </a:xfrm>
          <a:prstGeom prst="roundRect">
            <a:avLst>
              <a:gd fmla="val 50000" name="adj"/>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sp>
        <p:nvSpPr>
          <p:cNvPr id="378" name="Google Shape;378;p48"/>
          <p:cNvSpPr txBox="1"/>
          <p:nvPr/>
        </p:nvSpPr>
        <p:spPr>
          <a:xfrm>
            <a:off x="3936207" y="2522812"/>
            <a:ext cx="1271700" cy="207900"/>
          </a:xfrm>
          <a:prstGeom prst="rect">
            <a:avLst/>
          </a:prstGeom>
          <a:noFill/>
          <a:ln>
            <a:noFill/>
          </a:ln>
        </p:spPr>
        <p:txBody>
          <a:bodyPr anchorCtr="0" anchor="t" bIns="34275" lIns="68575" spcFirstLastPara="1" rIns="68575" wrap="square" tIns="34275">
            <a:spAutoFit/>
          </a:bodyPr>
          <a:lstStyle/>
          <a:p>
            <a:pPr indent="0" lvl="0" marL="0" marR="0" rtl="0" algn="ctr">
              <a:lnSpc>
                <a:spcPct val="150000"/>
              </a:lnSpc>
              <a:spcBef>
                <a:spcPts val="0"/>
              </a:spcBef>
              <a:spcAft>
                <a:spcPts val="0"/>
              </a:spcAft>
              <a:buNone/>
            </a:pPr>
            <a:r>
              <a:rPr lang="id" sz="900">
                <a:solidFill>
                  <a:schemeClr val="accent6"/>
                </a:solidFill>
                <a:latin typeface="Boldonse"/>
                <a:ea typeface="Boldonse"/>
                <a:cs typeface="Boldonse"/>
                <a:sym typeface="Boldonse"/>
              </a:rPr>
              <a:t>Health product</a:t>
            </a:r>
            <a:endParaRPr sz="900">
              <a:solidFill>
                <a:schemeClr val="accent6"/>
              </a:solidFill>
              <a:latin typeface="Boldonse"/>
              <a:ea typeface="Boldonse"/>
              <a:cs typeface="Boldonse"/>
              <a:sym typeface="Boldonse"/>
            </a:endParaRPr>
          </a:p>
        </p:txBody>
      </p:sp>
      <p:sp>
        <p:nvSpPr>
          <p:cNvPr id="379" name="Google Shape;379;p48"/>
          <p:cNvSpPr/>
          <p:nvPr/>
        </p:nvSpPr>
        <p:spPr>
          <a:xfrm>
            <a:off x="5437286" y="2090260"/>
            <a:ext cx="1360885" cy="3053240"/>
          </a:xfrm>
          <a:prstGeom prst="round2SameRect">
            <a:avLst>
              <a:gd fmla="val 0" name="adj1"/>
              <a:gd fmla="val 0" name="adj2"/>
            </a:avLst>
          </a:prstGeom>
          <a:solidFill>
            <a:srgbClr val="DAEC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sp>
        <p:nvSpPr>
          <p:cNvPr id="380" name="Google Shape;380;p48"/>
          <p:cNvSpPr/>
          <p:nvPr/>
        </p:nvSpPr>
        <p:spPr>
          <a:xfrm>
            <a:off x="5437287" y="1846183"/>
            <a:ext cx="1360884" cy="488156"/>
          </a:xfrm>
          <a:prstGeom prst="roundRect">
            <a:avLst>
              <a:gd fmla="val 50000" name="adj"/>
            </a:avLst>
          </a:prstGeom>
          <a:solidFill>
            <a:schemeClr val="accent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sp>
        <p:nvSpPr>
          <p:cNvPr id="381" name="Google Shape;381;p48"/>
          <p:cNvSpPr txBox="1"/>
          <p:nvPr/>
        </p:nvSpPr>
        <p:spPr>
          <a:xfrm>
            <a:off x="5563327" y="1991317"/>
            <a:ext cx="1108800" cy="207900"/>
          </a:xfrm>
          <a:prstGeom prst="rect">
            <a:avLst/>
          </a:prstGeom>
          <a:noFill/>
          <a:ln>
            <a:noFill/>
          </a:ln>
        </p:spPr>
        <p:txBody>
          <a:bodyPr anchorCtr="0" anchor="t" bIns="34275" lIns="68575" spcFirstLastPara="1" rIns="68575" wrap="square" tIns="34275">
            <a:spAutoFit/>
          </a:bodyPr>
          <a:lstStyle/>
          <a:p>
            <a:pPr indent="0" lvl="0" marL="0" marR="0" rtl="0" algn="ctr">
              <a:lnSpc>
                <a:spcPct val="150000"/>
              </a:lnSpc>
              <a:spcBef>
                <a:spcPts val="0"/>
              </a:spcBef>
              <a:spcAft>
                <a:spcPts val="0"/>
              </a:spcAft>
              <a:buNone/>
            </a:pPr>
            <a:r>
              <a:rPr lang="id" sz="900">
                <a:solidFill>
                  <a:schemeClr val="accent6"/>
                </a:solidFill>
                <a:latin typeface="Boldonse"/>
                <a:ea typeface="Boldonse"/>
                <a:cs typeface="Boldonse"/>
                <a:sym typeface="Boldonse"/>
              </a:rPr>
              <a:t>Cleaners</a:t>
            </a:r>
            <a:endParaRPr sz="900">
              <a:solidFill>
                <a:schemeClr val="accent6"/>
              </a:solidFill>
              <a:latin typeface="Boldonse"/>
              <a:ea typeface="Boldonse"/>
              <a:cs typeface="Boldonse"/>
              <a:sym typeface="Boldonse"/>
            </a:endParaRPr>
          </a:p>
        </p:txBody>
      </p:sp>
      <p:sp>
        <p:nvSpPr>
          <p:cNvPr id="382" name="Google Shape;382;p48"/>
          <p:cNvSpPr/>
          <p:nvPr/>
        </p:nvSpPr>
        <p:spPr>
          <a:xfrm>
            <a:off x="6983015" y="1669256"/>
            <a:ext cx="1360885" cy="3474245"/>
          </a:xfrm>
          <a:prstGeom prst="round2SameRect">
            <a:avLst>
              <a:gd fmla="val 0" name="adj1"/>
              <a:gd fmla="val 0" name="adj2"/>
            </a:avLst>
          </a:prstGeom>
          <a:solidFill>
            <a:srgbClr val="FFD5C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sp>
        <p:nvSpPr>
          <p:cNvPr id="383" name="Google Shape;383;p48"/>
          <p:cNvSpPr/>
          <p:nvPr/>
        </p:nvSpPr>
        <p:spPr>
          <a:xfrm>
            <a:off x="6983016" y="1425178"/>
            <a:ext cx="1360884" cy="488156"/>
          </a:xfrm>
          <a:prstGeom prst="roundRect">
            <a:avLst>
              <a:gd fmla="val 50000" name="adj"/>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sp>
        <p:nvSpPr>
          <p:cNvPr id="384" name="Google Shape;384;p48"/>
          <p:cNvSpPr txBox="1"/>
          <p:nvPr/>
        </p:nvSpPr>
        <p:spPr>
          <a:xfrm>
            <a:off x="7109056" y="1570312"/>
            <a:ext cx="1108800" cy="207900"/>
          </a:xfrm>
          <a:prstGeom prst="rect">
            <a:avLst/>
          </a:prstGeom>
          <a:noFill/>
          <a:ln>
            <a:noFill/>
          </a:ln>
        </p:spPr>
        <p:txBody>
          <a:bodyPr anchorCtr="0" anchor="t" bIns="34275" lIns="68575" spcFirstLastPara="1" rIns="68575" wrap="square" tIns="34275">
            <a:spAutoFit/>
          </a:bodyPr>
          <a:lstStyle/>
          <a:p>
            <a:pPr indent="0" lvl="0" marL="0" marR="0" rtl="0" algn="ctr">
              <a:lnSpc>
                <a:spcPct val="150000"/>
              </a:lnSpc>
              <a:spcBef>
                <a:spcPts val="0"/>
              </a:spcBef>
              <a:spcAft>
                <a:spcPts val="0"/>
              </a:spcAft>
              <a:buNone/>
            </a:pPr>
            <a:r>
              <a:rPr lang="id" sz="900">
                <a:solidFill>
                  <a:schemeClr val="accent6"/>
                </a:solidFill>
                <a:latin typeface="Boldonse"/>
                <a:ea typeface="Boldonse"/>
                <a:cs typeface="Boldonse"/>
                <a:sym typeface="Boldonse"/>
              </a:rPr>
              <a:t>Environmental </a:t>
            </a:r>
            <a:endParaRPr sz="900">
              <a:solidFill>
                <a:schemeClr val="accent6"/>
              </a:solidFill>
              <a:latin typeface="Boldonse"/>
              <a:ea typeface="Boldonse"/>
              <a:cs typeface="Boldonse"/>
              <a:sym typeface="Boldonse"/>
            </a:endParaRPr>
          </a:p>
        </p:txBody>
      </p:sp>
      <p:sp>
        <p:nvSpPr>
          <p:cNvPr id="385" name="Google Shape;385;p48"/>
          <p:cNvSpPr txBox="1"/>
          <p:nvPr/>
        </p:nvSpPr>
        <p:spPr>
          <a:xfrm>
            <a:off x="926139" y="4518191"/>
            <a:ext cx="1108804" cy="284693"/>
          </a:xfrm>
          <a:prstGeom prst="rect">
            <a:avLst/>
          </a:prstGeom>
          <a:noFill/>
          <a:ln>
            <a:noFill/>
          </a:ln>
        </p:spPr>
        <p:txBody>
          <a:bodyPr anchorCtr="0" anchor="t" bIns="34275" lIns="68575" spcFirstLastPara="1" rIns="68575" wrap="square" tIns="34275">
            <a:spAutoFit/>
          </a:bodyPr>
          <a:lstStyle/>
          <a:p>
            <a:pPr indent="0" lvl="0" marL="0" marR="0" rtl="0" algn="ctr">
              <a:lnSpc>
                <a:spcPct val="150000"/>
              </a:lnSpc>
              <a:spcBef>
                <a:spcPts val="0"/>
              </a:spcBef>
              <a:spcAft>
                <a:spcPts val="0"/>
              </a:spcAft>
              <a:buNone/>
            </a:pPr>
            <a:r>
              <a:rPr lang="id" sz="1100">
                <a:solidFill>
                  <a:schemeClr val="accent2"/>
                </a:solidFill>
                <a:latin typeface="Boldonse"/>
                <a:ea typeface="Boldonse"/>
                <a:cs typeface="Boldonse"/>
                <a:sym typeface="Boldonse"/>
              </a:rPr>
              <a:t>38%</a:t>
            </a:r>
            <a:endParaRPr sz="1100">
              <a:solidFill>
                <a:schemeClr val="accent2"/>
              </a:solidFill>
              <a:latin typeface="Boldonse"/>
              <a:ea typeface="Boldonse"/>
              <a:cs typeface="Boldonse"/>
              <a:sym typeface="Boldonse"/>
            </a:endParaRPr>
          </a:p>
        </p:txBody>
      </p:sp>
      <p:sp>
        <p:nvSpPr>
          <p:cNvPr id="386" name="Google Shape;386;p48"/>
          <p:cNvSpPr txBox="1"/>
          <p:nvPr/>
        </p:nvSpPr>
        <p:spPr>
          <a:xfrm>
            <a:off x="2471868" y="4518191"/>
            <a:ext cx="1108804" cy="284693"/>
          </a:xfrm>
          <a:prstGeom prst="rect">
            <a:avLst/>
          </a:prstGeom>
          <a:noFill/>
          <a:ln>
            <a:noFill/>
          </a:ln>
        </p:spPr>
        <p:txBody>
          <a:bodyPr anchorCtr="0" anchor="t" bIns="34275" lIns="68575" spcFirstLastPara="1" rIns="68575" wrap="square" tIns="34275">
            <a:spAutoFit/>
          </a:bodyPr>
          <a:lstStyle/>
          <a:p>
            <a:pPr indent="0" lvl="0" marL="0" marR="0" rtl="0" algn="ctr">
              <a:lnSpc>
                <a:spcPct val="150000"/>
              </a:lnSpc>
              <a:spcBef>
                <a:spcPts val="0"/>
              </a:spcBef>
              <a:spcAft>
                <a:spcPts val="0"/>
              </a:spcAft>
              <a:buNone/>
            </a:pPr>
            <a:r>
              <a:rPr lang="id" sz="1100">
                <a:solidFill>
                  <a:schemeClr val="accent3"/>
                </a:solidFill>
                <a:latin typeface="Boldonse"/>
                <a:ea typeface="Boldonse"/>
                <a:cs typeface="Boldonse"/>
                <a:sym typeface="Boldonse"/>
              </a:rPr>
              <a:t>48%</a:t>
            </a:r>
            <a:endParaRPr sz="1100">
              <a:solidFill>
                <a:schemeClr val="accent3"/>
              </a:solidFill>
              <a:latin typeface="Boldonse"/>
              <a:ea typeface="Boldonse"/>
              <a:cs typeface="Boldonse"/>
              <a:sym typeface="Boldonse"/>
            </a:endParaRPr>
          </a:p>
        </p:txBody>
      </p:sp>
      <p:sp>
        <p:nvSpPr>
          <p:cNvPr id="387" name="Google Shape;387;p48"/>
          <p:cNvSpPr txBox="1"/>
          <p:nvPr/>
        </p:nvSpPr>
        <p:spPr>
          <a:xfrm>
            <a:off x="4017597" y="4518191"/>
            <a:ext cx="1108804" cy="284693"/>
          </a:xfrm>
          <a:prstGeom prst="rect">
            <a:avLst/>
          </a:prstGeom>
          <a:noFill/>
          <a:ln>
            <a:noFill/>
          </a:ln>
        </p:spPr>
        <p:txBody>
          <a:bodyPr anchorCtr="0" anchor="t" bIns="34275" lIns="68575" spcFirstLastPara="1" rIns="68575" wrap="square" tIns="34275">
            <a:spAutoFit/>
          </a:bodyPr>
          <a:lstStyle/>
          <a:p>
            <a:pPr indent="0" lvl="0" marL="0" marR="0" rtl="0" algn="ctr">
              <a:lnSpc>
                <a:spcPct val="150000"/>
              </a:lnSpc>
              <a:spcBef>
                <a:spcPts val="0"/>
              </a:spcBef>
              <a:spcAft>
                <a:spcPts val="0"/>
              </a:spcAft>
              <a:buNone/>
            </a:pPr>
            <a:r>
              <a:rPr lang="id" sz="1100">
                <a:solidFill>
                  <a:schemeClr val="accent4"/>
                </a:solidFill>
                <a:latin typeface="Boldonse"/>
                <a:ea typeface="Boldonse"/>
                <a:cs typeface="Boldonse"/>
                <a:sym typeface="Boldonse"/>
              </a:rPr>
              <a:t>58%</a:t>
            </a:r>
            <a:endParaRPr sz="1100">
              <a:solidFill>
                <a:schemeClr val="accent4"/>
              </a:solidFill>
              <a:latin typeface="Boldonse"/>
              <a:ea typeface="Boldonse"/>
              <a:cs typeface="Boldonse"/>
              <a:sym typeface="Boldonse"/>
            </a:endParaRPr>
          </a:p>
        </p:txBody>
      </p:sp>
      <p:sp>
        <p:nvSpPr>
          <p:cNvPr id="388" name="Google Shape;388;p48"/>
          <p:cNvSpPr txBox="1"/>
          <p:nvPr/>
        </p:nvSpPr>
        <p:spPr>
          <a:xfrm>
            <a:off x="5563326" y="4518191"/>
            <a:ext cx="1108804" cy="284693"/>
          </a:xfrm>
          <a:prstGeom prst="rect">
            <a:avLst/>
          </a:prstGeom>
          <a:noFill/>
          <a:ln>
            <a:noFill/>
          </a:ln>
        </p:spPr>
        <p:txBody>
          <a:bodyPr anchorCtr="0" anchor="t" bIns="34275" lIns="68575" spcFirstLastPara="1" rIns="68575" wrap="square" tIns="34275">
            <a:spAutoFit/>
          </a:bodyPr>
          <a:lstStyle/>
          <a:p>
            <a:pPr indent="0" lvl="0" marL="0" marR="0" rtl="0" algn="ctr">
              <a:lnSpc>
                <a:spcPct val="150000"/>
              </a:lnSpc>
              <a:spcBef>
                <a:spcPts val="0"/>
              </a:spcBef>
              <a:spcAft>
                <a:spcPts val="0"/>
              </a:spcAft>
              <a:buNone/>
            </a:pPr>
            <a:r>
              <a:rPr lang="id" sz="1100">
                <a:solidFill>
                  <a:schemeClr val="accent5"/>
                </a:solidFill>
                <a:latin typeface="Boldonse"/>
                <a:ea typeface="Boldonse"/>
                <a:cs typeface="Boldonse"/>
                <a:sym typeface="Boldonse"/>
              </a:rPr>
              <a:t>68%</a:t>
            </a:r>
            <a:endParaRPr sz="1100">
              <a:solidFill>
                <a:schemeClr val="accent5"/>
              </a:solidFill>
              <a:latin typeface="Boldonse"/>
              <a:ea typeface="Boldonse"/>
              <a:cs typeface="Boldonse"/>
              <a:sym typeface="Boldonse"/>
            </a:endParaRPr>
          </a:p>
        </p:txBody>
      </p:sp>
      <p:sp>
        <p:nvSpPr>
          <p:cNvPr id="389" name="Google Shape;389;p48"/>
          <p:cNvSpPr txBox="1"/>
          <p:nvPr/>
        </p:nvSpPr>
        <p:spPr>
          <a:xfrm>
            <a:off x="7109056" y="4518191"/>
            <a:ext cx="1108804" cy="284693"/>
          </a:xfrm>
          <a:prstGeom prst="rect">
            <a:avLst/>
          </a:prstGeom>
          <a:noFill/>
          <a:ln>
            <a:noFill/>
          </a:ln>
        </p:spPr>
        <p:txBody>
          <a:bodyPr anchorCtr="0" anchor="t" bIns="34275" lIns="68575" spcFirstLastPara="1" rIns="68575" wrap="square" tIns="34275">
            <a:spAutoFit/>
          </a:bodyPr>
          <a:lstStyle/>
          <a:p>
            <a:pPr indent="0" lvl="0" marL="0" marR="0" rtl="0" algn="ctr">
              <a:lnSpc>
                <a:spcPct val="150000"/>
              </a:lnSpc>
              <a:spcBef>
                <a:spcPts val="0"/>
              </a:spcBef>
              <a:spcAft>
                <a:spcPts val="0"/>
              </a:spcAft>
              <a:buNone/>
            </a:pPr>
            <a:r>
              <a:rPr lang="id" sz="1100">
                <a:solidFill>
                  <a:schemeClr val="accent1"/>
                </a:solidFill>
                <a:latin typeface="Boldonse"/>
                <a:ea typeface="Boldonse"/>
                <a:cs typeface="Boldonse"/>
                <a:sym typeface="Boldonse"/>
              </a:rPr>
              <a:t>78%</a:t>
            </a:r>
            <a:endParaRPr sz="1100">
              <a:solidFill>
                <a:schemeClr val="accent1"/>
              </a:solidFill>
              <a:latin typeface="Boldonse"/>
              <a:ea typeface="Boldonse"/>
              <a:cs typeface="Boldonse"/>
              <a:sym typeface="Boldonse"/>
            </a:endParaRPr>
          </a:p>
        </p:txBody>
      </p:sp>
      <p:sp>
        <p:nvSpPr>
          <p:cNvPr id="390" name="Google Shape;390;p48"/>
          <p:cNvSpPr txBox="1"/>
          <p:nvPr/>
        </p:nvSpPr>
        <p:spPr>
          <a:xfrm>
            <a:off x="800100" y="1916765"/>
            <a:ext cx="2965418" cy="461665"/>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id" sz="900">
                <a:solidFill>
                  <a:srgbClr val="595959"/>
                </a:solidFill>
                <a:latin typeface="Albert Sans Light"/>
                <a:ea typeface="Albert Sans Light"/>
                <a:cs typeface="Albert Sans Light"/>
                <a:sym typeface="Albert Sans Light"/>
              </a:rPr>
              <a:t>Lorem ipsum dolor sit amet, consectetuer adipiscing elit. Aenean commodo ligula eget dolor. Aenean</a:t>
            </a:r>
            <a:endParaRPr sz="900">
              <a:solidFill>
                <a:srgbClr val="595959"/>
              </a:solidFill>
              <a:latin typeface="Albert Sans Light"/>
              <a:ea typeface="Albert Sans Light"/>
              <a:cs typeface="Albert Sans Light"/>
              <a:sym typeface="Albert Sans 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49"/>
          <p:cNvSpPr txBox="1"/>
          <p:nvPr/>
        </p:nvSpPr>
        <p:spPr>
          <a:xfrm>
            <a:off x="964794" y="1696223"/>
            <a:ext cx="1539283" cy="461665"/>
          </a:xfrm>
          <a:prstGeom prst="rect">
            <a:avLst/>
          </a:prstGeom>
          <a:noFill/>
          <a:ln>
            <a:noFill/>
          </a:ln>
        </p:spPr>
        <p:txBody>
          <a:bodyPr anchorCtr="0" anchor="t" bIns="34275" lIns="68575" spcFirstLastPara="1" rIns="68575" wrap="square" tIns="34275">
            <a:spAutoFit/>
          </a:bodyPr>
          <a:lstStyle/>
          <a:p>
            <a:pPr indent="0" lvl="0" marL="0" marR="0" rtl="0" algn="r">
              <a:lnSpc>
                <a:spcPct val="150000"/>
              </a:lnSpc>
              <a:spcBef>
                <a:spcPts val="0"/>
              </a:spcBef>
              <a:spcAft>
                <a:spcPts val="0"/>
              </a:spcAft>
              <a:buNone/>
            </a:pPr>
            <a:r>
              <a:rPr lang="id" sz="900">
                <a:solidFill>
                  <a:srgbClr val="595959"/>
                </a:solidFill>
                <a:latin typeface="Albert Sans Light"/>
                <a:ea typeface="Albert Sans Light"/>
                <a:cs typeface="Albert Sans Light"/>
                <a:sym typeface="Albert Sans Light"/>
              </a:rPr>
              <a:t>Lorem ipsum dolor sit amet, consectetuer</a:t>
            </a:r>
            <a:endParaRPr sz="900">
              <a:solidFill>
                <a:srgbClr val="595959"/>
              </a:solidFill>
              <a:latin typeface="Albert Sans Light"/>
              <a:ea typeface="Albert Sans Light"/>
              <a:cs typeface="Albert Sans Light"/>
              <a:sym typeface="Albert Sans Light"/>
            </a:endParaRPr>
          </a:p>
        </p:txBody>
      </p:sp>
      <p:sp>
        <p:nvSpPr>
          <p:cNvPr id="396" name="Google Shape;396;p49"/>
          <p:cNvSpPr txBox="1"/>
          <p:nvPr/>
        </p:nvSpPr>
        <p:spPr>
          <a:xfrm>
            <a:off x="964794" y="1379219"/>
            <a:ext cx="1539282" cy="276999"/>
          </a:xfrm>
          <a:prstGeom prst="rect">
            <a:avLst/>
          </a:prstGeom>
          <a:noFill/>
          <a:ln>
            <a:noFill/>
          </a:ln>
        </p:spPr>
        <p:txBody>
          <a:bodyPr anchorCtr="0" anchor="t" bIns="34275" lIns="68575" spcFirstLastPara="1" rIns="68575" wrap="square" tIns="34275">
            <a:spAutoFit/>
          </a:bodyPr>
          <a:lstStyle/>
          <a:p>
            <a:pPr indent="0" lvl="0" marL="0" marR="0" rtl="0" algn="r">
              <a:lnSpc>
                <a:spcPct val="150000"/>
              </a:lnSpc>
              <a:spcBef>
                <a:spcPts val="0"/>
              </a:spcBef>
              <a:spcAft>
                <a:spcPts val="0"/>
              </a:spcAft>
              <a:buNone/>
            </a:pPr>
            <a:r>
              <a:rPr lang="id" sz="900">
                <a:solidFill>
                  <a:srgbClr val="0C0C0C"/>
                </a:solidFill>
                <a:latin typeface="Boldonse"/>
                <a:ea typeface="Boldonse"/>
                <a:cs typeface="Boldonse"/>
                <a:sym typeface="Boldonse"/>
              </a:rPr>
              <a:t>Text Here #1</a:t>
            </a:r>
            <a:endParaRPr sz="900">
              <a:solidFill>
                <a:srgbClr val="0C0C0C"/>
              </a:solidFill>
              <a:latin typeface="Boldonse"/>
              <a:ea typeface="Boldonse"/>
              <a:cs typeface="Boldonse"/>
              <a:sym typeface="Boldonse"/>
            </a:endParaRPr>
          </a:p>
        </p:txBody>
      </p:sp>
      <p:sp>
        <p:nvSpPr>
          <p:cNvPr id="397" name="Google Shape;397;p49"/>
          <p:cNvSpPr txBox="1"/>
          <p:nvPr/>
        </p:nvSpPr>
        <p:spPr>
          <a:xfrm>
            <a:off x="4691084" y="1099959"/>
            <a:ext cx="1539283" cy="461665"/>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id" sz="900">
                <a:solidFill>
                  <a:srgbClr val="595959"/>
                </a:solidFill>
                <a:latin typeface="Albert Sans Light"/>
                <a:ea typeface="Albert Sans Light"/>
                <a:cs typeface="Albert Sans Light"/>
                <a:sym typeface="Albert Sans Light"/>
              </a:rPr>
              <a:t>Lorem ipsum dolor sit amet, consectetuer</a:t>
            </a:r>
            <a:endParaRPr sz="900">
              <a:solidFill>
                <a:srgbClr val="595959"/>
              </a:solidFill>
              <a:latin typeface="Albert Sans Light"/>
              <a:ea typeface="Albert Sans Light"/>
              <a:cs typeface="Albert Sans Light"/>
              <a:sym typeface="Albert Sans Light"/>
            </a:endParaRPr>
          </a:p>
        </p:txBody>
      </p:sp>
      <p:sp>
        <p:nvSpPr>
          <p:cNvPr id="398" name="Google Shape;398;p49"/>
          <p:cNvSpPr txBox="1"/>
          <p:nvPr/>
        </p:nvSpPr>
        <p:spPr>
          <a:xfrm>
            <a:off x="4691084" y="782955"/>
            <a:ext cx="1539282" cy="253916"/>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id" sz="900">
                <a:solidFill>
                  <a:srgbClr val="0C0C0C"/>
                </a:solidFill>
                <a:latin typeface="Boldonse"/>
                <a:ea typeface="Boldonse"/>
                <a:cs typeface="Boldonse"/>
                <a:sym typeface="Boldonse"/>
              </a:rPr>
              <a:t>Text Here #5</a:t>
            </a:r>
            <a:endParaRPr sz="900">
              <a:solidFill>
                <a:srgbClr val="0C0C0C"/>
              </a:solidFill>
              <a:latin typeface="Boldonse"/>
              <a:ea typeface="Boldonse"/>
              <a:cs typeface="Boldonse"/>
              <a:sym typeface="Boldonse"/>
            </a:endParaRPr>
          </a:p>
        </p:txBody>
      </p:sp>
      <p:sp>
        <p:nvSpPr>
          <p:cNvPr id="399" name="Google Shape;399;p49"/>
          <p:cNvSpPr txBox="1"/>
          <p:nvPr/>
        </p:nvSpPr>
        <p:spPr>
          <a:xfrm>
            <a:off x="6884002" y="3753730"/>
            <a:ext cx="1539283" cy="461665"/>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id" sz="900">
                <a:solidFill>
                  <a:srgbClr val="595959"/>
                </a:solidFill>
                <a:latin typeface="Albert Sans Light"/>
                <a:ea typeface="Albert Sans Light"/>
                <a:cs typeface="Albert Sans Light"/>
                <a:sym typeface="Albert Sans Light"/>
              </a:rPr>
              <a:t>Lorem ipsum dolor sit amet, consectetuer</a:t>
            </a:r>
            <a:endParaRPr sz="900">
              <a:solidFill>
                <a:srgbClr val="595959"/>
              </a:solidFill>
              <a:latin typeface="Albert Sans Light"/>
              <a:ea typeface="Albert Sans Light"/>
              <a:cs typeface="Albert Sans Light"/>
              <a:sym typeface="Albert Sans Light"/>
            </a:endParaRPr>
          </a:p>
        </p:txBody>
      </p:sp>
      <p:sp>
        <p:nvSpPr>
          <p:cNvPr id="400" name="Google Shape;400;p49"/>
          <p:cNvSpPr txBox="1"/>
          <p:nvPr/>
        </p:nvSpPr>
        <p:spPr>
          <a:xfrm>
            <a:off x="6884002" y="3436726"/>
            <a:ext cx="1539282" cy="253915"/>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id" sz="900">
                <a:solidFill>
                  <a:srgbClr val="0C0C0C"/>
                </a:solidFill>
                <a:latin typeface="Boldonse"/>
                <a:ea typeface="Boldonse"/>
                <a:cs typeface="Boldonse"/>
                <a:sym typeface="Boldonse"/>
              </a:rPr>
              <a:t>Text Here #3</a:t>
            </a:r>
            <a:endParaRPr sz="900">
              <a:solidFill>
                <a:srgbClr val="0C0C0C"/>
              </a:solidFill>
              <a:latin typeface="Boldonse"/>
              <a:ea typeface="Boldonse"/>
              <a:cs typeface="Boldonse"/>
              <a:sym typeface="Boldonse"/>
            </a:endParaRPr>
          </a:p>
        </p:txBody>
      </p:sp>
      <p:sp>
        <p:nvSpPr>
          <p:cNvPr id="401" name="Google Shape;401;p49"/>
          <p:cNvSpPr txBox="1"/>
          <p:nvPr/>
        </p:nvSpPr>
        <p:spPr>
          <a:xfrm>
            <a:off x="6962677" y="1550857"/>
            <a:ext cx="1539283" cy="461665"/>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id" sz="900">
                <a:solidFill>
                  <a:srgbClr val="595959"/>
                </a:solidFill>
                <a:latin typeface="Albert Sans Light"/>
                <a:ea typeface="Albert Sans Light"/>
                <a:cs typeface="Albert Sans Light"/>
                <a:sym typeface="Albert Sans Light"/>
              </a:rPr>
              <a:t>Lorem ipsum dolor sit amet, consectetuer</a:t>
            </a:r>
            <a:endParaRPr sz="900">
              <a:solidFill>
                <a:srgbClr val="595959"/>
              </a:solidFill>
              <a:latin typeface="Albert Sans Light"/>
              <a:ea typeface="Albert Sans Light"/>
              <a:cs typeface="Albert Sans Light"/>
              <a:sym typeface="Albert Sans Light"/>
            </a:endParaRPr>
          </a:p>
        </p:txBody>
      </p:sp>
      <p:sp>
        <p:nvSpPr>
          <p:cNvPr id="402" name="Google Shape;402;p49"/>
          <p:cNvSpPr txBox="1"/>
          <p:nvPr/>
        </p:nvSpPr>
        <p:spPr>
          <a:xfrm>
            <a:off x="6962677" y="1233853"/>
            <a:ext cx="1539282" cy="276999"/>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id" sz="900">
                <a:solidFill>
                  <a:srgbClr val="0C0C0C"/>
                </a:solidFill>
                <a:latin typeface="Boldonse"/>
                <a:ea typeface="Boldonse"/>
                <a:cs typeface="Boldonse"/>
                <a:sym typeface="Boldonse"/>
              </a:rPr>
              <a:t>Text Here #4</a:t>
            </a:r>
            <a:endParaRPr sz="900">
              <a:solidFill>
                <a:srgbClr val="0C0C0C"/>
              </a:solidFill>
              <a:latin typeface="Boldonse"/>
              <a:ea typeface="Boldonse"/>
              <a:cs typeface="Boldonse"/>
              <a:sym typeface="Boldonse"/>
            </a:endParaRPr>
          </a:p>
        </p:txBody>
      </p:sp>
      <p:sp>
        <p:nvSpPr>
          <p:cNvPr id="403" name="Google Shape;403;p49"/>
          <p:cNvSpPr txBox="1"/>
          <p:nvPr/>
        </p:nvSpPr>
        <p:spPr>
          <a:xfrm>
            <a:off x="620446" y="3753730"/>
            <a:ext cx="1539283" cy="461665"/>
          </a:xfrm>
          <a:prstGeom prst="rect">
            <a:avLst/>
          </a:prstGeom>
          <a:noFill/>
          <a:ln>
            <a:noFill/>
          </a:ln>
        </p:spPr>
        <p:txBody>
          <a:bodyPr anchorCtr="0" anchor="t" bIns="34275" lIns="68575" spcFirstLastPara="1" rIns="68575" wrap="square" tIns="34275">
            <a:spAutoFit/>
          </a:bodyPr>
          <a:lstStyle/>
          <a:p>
            <a:pPr indent="0" lvl="0" marL="0" marR="0" rtl="0" algn="r">
              <a:lnSpc>
                <a:spcPct val="150000"/>
              </a:lnSpc>
              <a:spcBef>
                <a:spcPts val="0"/>
              </a:spcBef>
              <a:spcAft>
                <a:spcPts val="0"/>
              </a:spcAft>
              <a:buNone/>
            </a:pPr>
            <a:r>
              <a:rPr lang="id" sz="900">
                <a:solidFill>
                  <a:srgbClr val="595959"/>
                </a:solidFill>
                <a:latin typeface="Albert Sans Light"/>
                <a:ea typeface="Albert Sans Light"/>
                <a:cs typeface="Albert Sans Light"/>
                <a:sym typeface="Albert Sans Light"/>
              </a:rPr>
              <a:t>Lorem ipsum dolor sit amet, consectetuer</a:t>
            </a:r>
            <a:endParaRPr sz="900">
              <a:solidFill>
                <a:srgbClr val="595959"/>
              </a:solidFill>
              <a:latin typeface="Albert Sans Light"/>
              <a:ea typeface="Albert Sans Light"/>
              <a:cs typeface="Albert Sans Light"/>
              <a:sym typeface="Albert Sans Light"/>
            </a:endParaRPr>
          </a:p>
        </p:txBody>
      </p:sp>
      <p:sp>
        <p:nvSpPr>
          <p:cNvPr id="404" name="Google Shape;404;p49"/>
          <p:cNvSpPr txBox="1"/>
          <p:nvPr/>
        </p:nvSpPr>
        <p:spPr>
          <a:xfrm>
            <a:off x="620446" y="3436726"/>
            <a:ext cx="1539282" cy="276999"/>
          </a:xfrm>
          <a:prstGeom prst="rect">
            <a:avLst/>
          </a:prstGeom>
          <a:noFill/>
          <a:ln>
            <a:noFill/>
          </a:ln>
        </p:spPr>
        <p:txBody>
          <a:bodyPr anchorCtr="0" anchor="t" bIns="34275" lIns="68575" spcFirstLastPara="1" rIns="68575" wrap="square" tIns="34275">
            <a:spAutoFit/>
          </a:bodyPr>
          <a:lstStyle/>
          <a:p>
            <a:pPr indent="0" lvl="0" marL="0" marR="0" rtl="0" algn="r">
              <a:lnSpc>
                <a:spcPct val="150000"/>
              </a:lnSpc>
              <a:spcBef>
                <a:spcPts val="0"/>
              </a:spcBef>
              <a:spcAft>
                <a:spcPts val="0"/>
              </a:spcAft>
              <a:buNone/>
            </a:pPr>
            <a:r>
              <a:rPr lang="id" sz="900">
                <a:solidFill>
                  <a:srgbClr val="0C0C0C"/>
                </a:solidFill>
                <a:latin typeface="Boldonse"/>
                <a:ea typeface="Boldonse"/>
                <a:cs typeface="Boldonse"/>
                <a:sym typeface="Boldonse"/>
              </a:rPr>
              <a:t>Text Here #2</a:t>
            </a:r>
            <a:endParaRPr sz="900">
              <a:solidFill>
                <a:srgbClr val="0C0C0C"/>
              </a:solidFill>
              <a:latin typeface="Boldonse"/>
              <a:ea typeface="Boldonse"/>
              <a:cs typeface="Boldonse"/>
              <a:sym typeface="Boldonse"/>
            </a:endParaRPr>
          </a:p>
        </p:txBody>
      </p:sp>
      <p:grpSp>
        <p:nvGrpSpPr>
          <p:cNvPr id="405" name="Google Shape;405;p49"/>
          <p:cNvGrpSpPr/>
          <p:nvPr/>
        </p:nvGrpSpPr>
        <p:grpSpPr>
          <a:xfrm>
            <a:off x="2680568" y="995373"/>
            <a:ext cx="1437632" cy="1431069"/>
            <a:chOff x="3574090" y="1327164"/>
            <a:chExt cx="1916843" cy="1908092"/>
          </a:xfrm>
        </p:grpSpPr>
        <p:sp>
          <p:nvSpPr>
            <p:cNvPr id="406" name="Google Shape;406;p49"/>
            <p:cNvSpPr/>
            <p:nvPr/>
          </p:nvSpPr>
          <p:spPr>
            <a:xfrm rot="415178">
              <a:off x="3671003" y="1424717"/>
              <a:ext cx="1723018" cy="1712985"/>
            </a:xfrm>
            <a:custGeom>
              <a:rect b="b" l="l" r="r" t="t"/>
              <a:pathLst>
                <a:path extrusionOk="0" h="144" w="145">
                  <a:moveTo>
                    <a:pt x="143" y="79"/>
                  </a:moveTo>
                  <a:cubicBezTo>
                    <a:pt x="135" y="77"/>
                    <a:pt x="135" y="77"/>
                    <a:pt x="135" y="77"/>
                  </a:cubicBezTo>
                  <a:cubicBezTo>
                    <a:pt x="135" y="74"/>
                    <a:pt x="135" y="70"/>
                    <a:pt x="135" y="67"/>
                  </a:cubicBezTo>
                  <a:cubicBezTo>
                    <a:pt x="143" y="65"/>
                    <a:pt x="143" y="65"/>
                    <a:pt x="143" y="65"/>
                  </a:cubicBezTo>
                  <a:cubicBezTo>
                    <a:pt x="144" y="65"/>
                    <a:pt x="145" y="64"/>
                    <a:pt x="145" y="63"/>
                  </a:cubicBezTo>
                  <a:cubicBezTo>
                    <a:pt x="145" y="59"/>
                    <a:pt x="144" y="56"/>
                    <a:pt x="143" y="53"/>
                  </a:cubicBezTo>
                  <a:cubicBezTo>
                    <a:pt x="143" y="52"/>
                    <a:pt x="142" y="51"/>
                    <a:pt x="141" y="51"/>
                  </a:cubicBezTo>
                  <a:cubicBezTo>
                    <a:pt x="141" y="51"/>
                    <a:pt x="141" y="51"/>
                    <a:pt x="141" y="51"/>
                  </a:cubicBezTo>
                  <a:cubicBezTo>
                    <a:pt x="132" y="53"/>
                    <a:pt x="132" y="53"/>
                    <a:pt x="132" y="53"/>
                  </a:cubicBezTo>
                  <a:cubicBezTo>
                    <a:pt x="131" y="50"/>
                    <a:pt x="130" y="48"/>
                    <a:pt x="129" y="45"/>
                  </a:cubicBezTo>
                  <a:cubicBezTo>
                    <a:pt x="128" y="45"/>
                    <a:pt x="128" y="44"/>
                    <a:pt x="128" y="44"/>
                  </a:cubicBezTo>
                  <a:cubicBezTo>
                    <a:pt x="135" y="39"/>
                    <a:pt x="135" y="39"/>
                    <a:pt x="135" y="39"/>
                  </a:cubicBezTo>
                  <a:cubicBezTo>
                    <a:pt x="136" y="38"/>
                    <a:pt x="136" y="37"/>
                    <a:pt x="136" y="36"/>
                  </a:cubicBezTo>
                  <a:cubicBezTo>
                    <a:pt x="134" y="33"/>
                    <a:pt x="132" y="30"/>
                    <a:pt x="130" y="28"/>
                  </a:cubicBezTo>
                  <a:cubicBezTo>
                    <a:pt x="130" y="27"/>
                    <a:pt x="129" y="27"/>
                    <a:pt x="129" y="27"/>
                  </a:cubicBezTo>
                  <a:cubicBezTo>
                    <a:pt x="128" y="27"/>
                    <a:pt x="128" y="27"/>
                    <a:pt x="127" y="27"/>
                  </a:cubicBezTo>
                  <a:cubicBezTo>
                    <a:pt x="120" y="32"/>
                    <a:pt x="120" y="32"/>
                    <a:pt x="120" y="32"/>
                  </a:cubicBezTo>
                  <a:cubicBezTo>
                    <a:pt x="118" y="29"/>
                    <a:pt x="115" y="27"/>
                    <a:pt x="113" y="25"/>
                  </a:cubicBezTo>
                  <a:cubicBezTo>
                    <a:pt x="118" y="18"/>
                    <a:pt x="118" y="18"/>
                    <a:pt x="118" y="18"/>
                  </a:cubicBezTo>
                  <a:cubicBezTo>
                    <a:pt x="118" y="17"/>
                    <a:pt x="118" y="15"/>
                    <a:pt x="117" y="15"/>
                  </a:cubicBezTo>
                  <a:cubicBezTo>
                    <a:pt x="114" y="13"/>
                    <a:pt x="112" y="11"/>
                    <a:pt x="109" y="9"/>
                  </a:cubicBezTo>
                  <a:cubicBezTo>
                    <a:pt x="109" y="9"/>
                    <a:pt x="108" y="9"/>
                    <a:pt x="108" y="9"/>
                  </a:cubicBezTo>
                  <a:cubicBezTo>
                    <a:pt x="107" y="9"/>
                    <a:pt x="106" y="9"/>
                    <a:pt x="106" y="10"/>
                  </a:cubicBezTo>
                  <a:cubicBezTo>
                    <a:pt x="101" y="17"/>
                    <a:pt x="101" y="17"/>
                    <a:pt x="101" y="17"/>
                  </a:cubicBezTo>
                  <a:cubicBezTo>
                    <a:pt x="98" y="16"/>
                    <a:pt x="96" y="15"/>
                    <a:pt x="93" y="14"/>
                  </a:cubicBezTo>
                  <a:cubicBezTo>
                    <a:pt x="92" y="14"/>
                    <a:pt x="92" y="13"/>
                    <a:pt x="92" y="13"/>
                  </a:cubicBezTo>
                  <a:cubicBezTo>
                    <a:pt x="93" y="5"/>
                    <a:pt x="93" y="5"/>
                    <a:pt x="93" y="5"/>
                  </a:cubicBezTo>
                  <a:cubicBezTo>
                    <a:pt x="94" y="4"/>
                    <a:pt x="93" y="2"/>
                    <a:pt x="92" y="2"/>
                  </a:cubicBezTo>
                  <a:cubicBezTo>
                    <a:pt x="88" y="1"/>
                    <a:pt x="85" y="1"/>
                    <a:pt x="82" y="0"/>
                  </a:cubicBezTo>
                  <a:cubicBezTo>
                    <a:pt x="82" y="0"/>
                    <a:pt x="82" y="0"/>
                    <a:pt x="82" y="0"/>
                  </a:cubicBezTo>
                  <a:cubicBezTo>
                    <a:pt x="81" y="0"/>
                    <a:pt x="80" y="1"/>
                    <a:pt x="80" y="2"/>
                  </a:cubicBezTo>
                  <a:cubicBezTo>
                    <a:pt x="78" y="10"/>
                    <a:pt x="78" y="10"/>
                    <a:pt x="78" y="10"/>
                  </a:cubicBezTo>
                  <a:cubicBezTo>
                    <a:pt x="76" y="10"/>
                    <a:pt x="74" y="10"/>
                    <a:pt x="72" y="10"/>
                  </a:cubicBezTo>
                  <a:cubicBezTo>
                    <a:pt x="72" y="10"/>
                    <a:pt x="72" y="10"/>
                    <a:pt x="72" y="10"/>
                  </a:cubicBezTo>
                  <a:cubicBezTo>
                    <a:pt x="71" y="10"/>
                    <a:pt x="69" y="10"/>
                    <a:pt x="68" y="10"/>
                  </a:cubicBezTo>
                  <a:cubicBezTo>
                    <a:pt x="66" y="2"/>
                    <a:pt x="66" y="2"/>
                    <a:pt x="66" y="2"/>
                  </a:cubicBezTo>
                  <a:cubicBezTo>
                    <a:pt x="66" y="1"/>
                    <a:pt x="65" y="0"/>
                    <a:pt x="64" y="0"/>
                  </a:cubicBezTo>
                  <a:cubicBezTo>
                    <a:pt x="64" y="0"/>
                    <a:pt x="64" y="0"/>
                    <a:pt x="63" y="0"/>
                  </a:cubicBezTo>
                  <a:cubicBezTo>
                    <a:pt x="60" y="0"/>
                    <a:pt x="57" y="1"/>
                    <a:pt x="54" y="2"/>
                  </a:cubicBezTo>
                  <a:cubicBezTo>
                    <a:pt x="53" y="2"/>
                    <a:pt x="52" y="3"/>
                    <a:pt x="52" y="4"/>
                  </a:cubicBezTo>
                  <a:cubicBezTo>
                    <a:pt x="54" y="13"/>
                    <a:pt x="54" y="13"/>
                    <a:pt x="54" y="13"/>
                  </a:cubicBezTo>
                  <a:cubicBezTo>
                    <a:pt x="50" y="14"/>
                    <a:pt x="47" y="15"/>
                    <a:pt x="45" y="17"/>
                  </a:cubicBezTo>
                  <a:cubicBezTo>
                    <a:pt x="39" y="10"/>
                    <a:pt x="39" y="10"/>
                    <a:pt x="39" y="10"/>
                  </a:cubicBezTo>
                  <a:cubicBezTo>
                    <a:pt x="39" y="9"/>
                    <a:pt x="38" y="9"/>
                    <a:pt x="38" y="9"/>
                  </a:cubicBezTo>
                  <a:cubicBezTo>
                    <a:pt x="37" y="9"/>
                    <a:pt x="37" y="9"/>
                    <a:pt x="36" y="9"/>
                  </a:cubicBezTo>
                  <a:cubicBezTo>
                    <a:pt x="34" y="11"/>
                    <a:pt x="31" y="12"/>
                    <a:pt x="28" y="14"/>
                  </a:cubicBezTo>
                  <a:cubicBezTo>
                    <a:pt x="27" y="15"/>
                    <a:pt x="27" y="16"/>
                    <a:pt x="28" y="17"/>
                  </a:cubicBezTo>
                  <a:cubicBezTo>
                    <a:pt x="32" y="25"/>
                    <a:pt x="32" y="25"/>
                    <a:pt x="32" y="25"/>
                  </a:cubicBezTo>
                  <a:cubicBezTo>
                    <a:pt x="30" y="27"/>
                    <a:pt x="28" y="29"/>
                    <a:pt x="25" y="32"/>
                  </a:cubicBezTo>
                  <a:cubicBezTo>
                    <a:pt x="18" y="27"/>
                    <a:pt x="18" y="27"/>
                    <a:pt x="18" y="27"/>
                  </a:cubicBezTo>
                  <a:cubicBezTo>
                    <a:pt x="18" y="27"/>
                    <a:pt x="17" y="27"/>
                    <a:pt x="17" y="27"/>
                  </a:cubicBezTo>
                  <a:cubicBezTo>
                    <a:pt x="16" y="27"/>
                    <a:pt x="15" y="27"/>
                    <a:pt x="15" y="28"/>
                  </a:cubicBezTo>
                  <a:cubicBezTo>
                    <a:pt x="13" y="30"/>
                    <a:pt x="11" y="33"/>
                    <a:pt x="9" y="36"/>
                  </a:cubicBezTo>
                  <a:cubicBezTo>
                    <a:pt x="9" y="37"/>
                    <a:pt x="9" y="38"/>
                    <a:pt x="10" y="39"/>
                  </a:cubicBezTo>
                  <a:cubicBezTo>
                    <a:pt x="17" y="44"/>
                    <a:pt x="17" y="44"/>
                    <a:pt x="17" y="44"/>
                  </a:cubicBezTo>
                  <a:cubicBezTo>
                    <a:pt x="16" y="46"/>
                    <a:pt x="15" y="49"/>
                    <a:pt x="14" y="52"/>
                  </a:cubicBezTo>
                  <a:cubicBezTo>
                    <a:pt x="14" y="52"/>
                    <a:pt x="14" y="53"/>
                    <a:pt x="14" y="53"/>
                  </a:cubicBezTo>
                  <a:cubicBezTo>
                    <a:pt x="5" y="51"/>
                    <a:pt x="5" y="51"/>
                    <a:pt x="5" y="51"/>
                  </a:cubicBezTo>
                  <a:cubicBezTo>
                    <a:pt x="5" y="51"/>
                    <a:pt x="5" y="51"/>
                    <a:pt x="4" y="51"/>
                  </a:cubicBezTo>
                  <a:cubicBezTo>
                    <a:pt x="3" y="51"/>
                    <a:pt x="3" y="52"/>
                    <a:pt x="2" y="53"/>
                  </a:cubicBezTo>
                  <a:cubicBezTo>
                    <a:pt x="1" y="56"/>
                    <a:pt x="1" y="60"/>
                    <a:pt x="0" y="63"/>
                  </a:cubicBezTo>
                  <a:cubicBezTo>
                    <a:pt x="0" y="64"/>
                    <a:pt x="1" y="65"/>
                    <a:pt x="2" y="65"/>
                  </a:cubicBezTo>
                  <a:cubicBezTo>
                    <a:pt x="11" y="67"/>
                    <a:pt x="11" y="67"/>
                    <a:pt x="11" y="67"/>
                  </a:cubicBezTo>
                  <a:cubicBezTo>
                    <a:pt x="10" y="70"/>
                    <a:pt x="10" y="74"/>
                    <a:pt x="11" y="77"/>
                  </a:cubicBezTo>
                  <a:cubicBezTo>
                    <a:pt x="2" y="79"/>
                    <a:pt x="2" y="79"/>
                    <a:pt x="2" y="79"/>
                  </a:cubicBezTo>
                  <a:cubicBezTo>
                    <a:pt x="1" y="79"/>
                    <a:pt x="0" y="80"/>
                    <a:pt x="0" y="82"/>
                  </a:cubicBezTo>
                  <a:cubicBezTo>
                    <a:pt x="1" y="85"/>
                    <a:pt x="2" y="88"/>
                    <a:pt x="2" y="91"/>
                  </a:cubicBezTo>
                  <a:cubicBezTo>
                    <a:pt x="3" y="92"/>
                    <a:pt x="4" y="93"/>
                    <a:pt x="5" y="93"/>
                  </a:cubicBezTo>
                  <a:cubicBezTo>
                    <a:pt x="5" y="93"/>
                    <a:pt x="5" y="93"/>
                    <a:pt x="5" y="93"/>
                  </a:cubicBezTo>
                  <a:cubicBezTo>
                    <a:pt x="14" y="91"/>
                    <a:pt x="14" y="91"/>
                    <a:pt x="14" y="91"/>
                  </a:cubicBezTo>
                  <a:cubicBezTo>
                    <a:pt x="15" y="94"/>
                    <a:pt x="16" y="97"/>
                    <a:pt x="17" y="99"/>
                  </a:cubicBezTo>
                  <a:cubicBezTo>
                    <a:pt x="17" y="100"/>
                    <a:pt x="17" y="100"/>
                    <a:pt x="17" y="100"/>
                  </a:cubicBezTo>
                  <a:cubicBezTo>
                    <a:pt x="10" y="105"/>
                    <a:pt x="10" y="105"/>
                    <a:pt x="10" y="105"/>
                  </a:cubicBezTo>
                  <a:cubicBezTo>
                    <a:pt x="9" y="106"/>
                    <a:pt x="9" y="107"/>
                    <a:pt x="10" y="108"/>
                  </a:cubicBezTo>
                  <a:cubicBezTo>
                    <a:pt x="11" y="111"/>
                    <a:pt x="13" y="114"/>
                    <a:pt x="15" y="117"/>
                  </a:cubicBezTo>
                  <a:cubicBezTo>
                    <a:pt x="16" y="117"/>
                    <a:pt x="16" y="117"/>
                    <a:pt x="17" y="117"/>
                  </a:cubicBezTo>
                  <a:cubicBezTo>
                    <a:pt x="17" y="117"/>
                    <a:pt x="18" y="117"/>
                    <a:pt x="18" y="117"/>
                  </a:cubicBezTo>
                  <a:cubicBezTo>
                    <a:pt x="26" y="112"/>
                    <a:pt x="26" y="112"/>
                    <a:pt x="26" y="112"/>
                  </a:cubicBezTo>
                  <a:cubicBezTo>
                    <a:pt x="28" y="115"/>
                    <a:pt x="30" y="117"/>
                    <a:pt x="33" y="119"/>
                  </a:cubicBezTo>
                  <a:cubicBezTo>
                    <a:pt x="28" y="127"/>
                    <a:pt x="28" y="127"/>
                    <a:pt x="28" y="127"/>
                  </a:cubicBezTo>
                  <a:cubicBezTo>
                    <a:pt x="27" y="128"/>
                    <a:pt x="27" y="129"/>
                    <a:pt x="28" y="130"/>
                  </a:cubicBezTo>
                  <a:cubicBezTo>
                    <a:pt x="31" y="132"/>
                    <a:pt x="34" y="133"/>
                    <a:pt x="37" y="135"/>
                  </a:cubicBezTo>
                  <a:cubicBezTo>
                    <a:pt x="37" y="135"/>
                    <a:pt x="37" y="135"/>
                    <a:pt x="38" y="135"/>
                  </a:cubicBezTo>
                  <a:cubicBezTo>
                    <a:pt x="38" y="135"/>
                    <a:pt x="39" y="135"/>
                    <a:pt x="40" y="134"/>
                  </a:cubicBezTo>
                  <a:cubicBezTo>
                    <a:pt x="45" y="127"/>
                    <a:pt x="45" y="127"/>
                    <a:pt x="45" y="127"/>
                  </a:cubicBezTo>
                  <a:cubicBezTo>
                    <a:pt x="47" y="129"/>
                    <a:pt x="50" y="130"/>
                    <a:pt x="53" y="131"/>
                  </a:cubicBezTo>
                  <a:cubicBezTo>
                    <a:pt x="53" y="131"/>
                    <a:pt x="53" y="131"/>
                    <a:pt x="54" y="131"/>
                  </a:cubicBezTo>
                  <a:cubicBezTo>
                    <a:pt x="52" y="140"/>
                    <a:pt x="52" y="140"/>
                    <a:pt x="52" y="140"/>
                  </a:cubicBezTo>
                  <a:cubicBezTo>
                    <a:pt x="52" y="141"/>
                    <a:pt x="53" y="142"/>
                    <a:pt x="54" y="142"/>
                  </a:cubicBezTo>
                  <a:cubicBezTo>
                    <a:pt x="57" y="143"/>
                    <a:pt x="60" y="144"/>
                    <a:pt x="63" y="144"/>
                  </a:cubicBezTo>
                  <a:cubicBezTo>
                    <a:pt x="64" y="144"/>
                    <a:pt x="64" y="144"/>
                    <a:pt x="64" y="144"/>
                  </a:cubicBezTo>
                  <a:cubicBezTo>
                    <a:pt x="65" y="144"/>
                    <a:pt x="66" y="143"/>
                    <a:pt x="66" y="142"/>
                  </a:cubicBezTo>
                  <a:cubicBezTo>
                    <a:pt x="68" y="134"/>
                    <a:pt x="68" y="134"/>
                    <a:pt x="68" y="134"/>
                  </a:cubicBezTo>
                  <a:cubicBezTo>
                    <a:pt x="70" y="134"/>
                    <a:pt x="71" y="134"/>
                    <a:pt x="73" y="134"/>
                  </a:cubicBezTo>
                  <a:cubicBezTo>
                    <a:pt x="75" y="134"/>
                    <a:pt x="76" y="134"/>
                    <a:pt x="78" y="134"/>
                  </a:cubicBezTo>
                  <a:cubicBezTo>
                    <a:pt x="80" y="142"/>
                    <a:pt x="80" y="142"/>
                    <a:pt x="80" y="142"/>
                  </a:cubicBezTo>
                  <a:cubicBezTo>
                    <a:pt x="80" y="143"/>
                    <a:pt x="81" y="144"/>
                    <a:pt x="82" y="144"/>
                  </a:cubicBezTo>
                  <a:cubicBezTo>
                    <a:pt x="82" y="144"/>
                    <a:pt x="82" y="144"/>
                    <a:pt x="82" y="144"/>
                  </a:cubicBezTo>
                  <a:cubicBezTo>
                    <a:pt x="85" y="144"/>
                    <a:pt x="89" y="143"/>
                    <a:pt x="92" y="142"/>
                  </a:cubicBezTo>
                  <a:cubicBezTo>
                    <a:pt x="93" y="142"/>
                    <a:pt x="94" y="141"/>
                    <a:pt x="93" y="140"/>
                  </a:cubicBezTo>
                  <a:cubicBezTo>
                    <a:pt x="92" y="131"/>
                    <a:pt x="92" y="131"/>
                    <a:pt x="92" y="131"/>
                  </a:cubicBezTo>
                  <a:cubicBezTo>
                    <a:pt x="95" y="130"/>
                    <a:pt x="98" y="129"/>
                    <a:pt x="101" y="127"/>
                  </a:cubicBezTo>
                  <a:cubicBezTo>
                    <a:pt x="106" y="135"/>
                    <a:pt x="106" y="135"/>
                    <a:pt x="106" y="135"/>
                  </a:cubicBezTo>
                  <a:cubicBezTo>
                    <a:pt x="106" y="135"/>
                    <a:pt x="107" y="136"/>
                    <a:pt x="108" y="136"/>
                  </a:cubicBezTo>
                  <a:cubicBezTo>
                    <a:pt x="108" y="136"/>
                    <a:pt x="109" y="135"/>
                    <a:pt x="109" y="135"/>
                  </a:cubicBezTo>
                  <a:cubicBezTo>
                    <a:pt x="112" y="134"/>
                    <a:pt x="115" y="132"/>
                    <a:pt x="117" y="130"/>
                  </a:cubicBezTo>
                  <a:cubicBezTo>
                    <a:pt x="118" y="129"/>
                    <a:pt x="118" y="128"/>
                    <a:pt x="118" y="127"/>
                  </a:cubicBezTo>
                  <a:cubicBezTo>
                    <a:pt x="113" y="119"/>
                    <a:pt x="113" y="119"/>
                    <a:pt x="113" y="119"/>
                  </a:cubicBezTo>
                  <a:cubicBezTo>
                    <a:pt x="116" y="117"/>
                    <a:pt x="118" y="115"/>
                    <a:pt x="120" y="112"/>
                  </a:cubicBezTo>
                  <a:cubicBezTo>
                    <a:pt x="128" y="117"/>
                    <a:pt x="128" y="117"/>
                    <a:pt x="128" y="117"/>
                  </a:cubicBezTo>
                  <a:cubicBezTo>
                    <a:pt x="128" y="117"/>
                    <a:pt x="128" y="118"/>
                    <a:pt x="129" y="118"/>
                  </a:cubicBezTo>
                  <a:cubicBezTo>
                    <a:pt x="129" y="118"/>
                    <a:pt x="130" y="117"/>
                    <a:pt x="131" y="117"/>
                  </a:cubicBezTo>
                  <a:cubicBezTo>
                    <a:pt x="133" y="114"/>
                    <a:pt x="134" y="111"/>
                    <a:pt x="136" y="109"/>
                  </a:cubicBezTo>
                  <a:cubicBezTo>
                    <a:pt x="137" y="108"/>
                    <a:pt x="136" y="106"/>
                    <a:pt x="135" y="106"/>
                  </a:cubicBezTo>
                  <a:cubicBezTo>
                    <a:pt x="128" y="100"/>
                    <a:pt x="128" y="100"/>
                    <a:pt x="128" y="100"/>
                  </a:cubicBezTo>
                  <a:cubicBezTo>
                    <a:pt x="129" y="98"/>
                    <a:pt x="131" y="95"/>
                    <a:pt x="132" y="92"/>
                  </a:cubicBezTo>
                  <a:cubicBezTo>
                    <a:pt x="132" y="92"/>
                    <a:pt x="132" y="92"/>
                    <a:pt x="132" y="91"/>
                  </a:cubicBezTo>
                  <a:cubicBezTo>
                    <a:pt x="141" y="93"/>
                    <a:pt x="141" y="93"/>
                    <a:pt x="141" y="93"/>
                  </a:cubicBezTo>
                  <a:cubicBezTo>
                    <a:pt x="141" y="93"/>
                    <a:pt x="141" y="93"/>
                    <a:pt x="141" y="93"/>
                  </a:cubicBezTo>
                  <a:cubicBezTo>
                    <a:pt x="142" y="93"/>
                    <a:pt x="143" y="92"/>
                    <a:pt x="143" y="91"/>
                  </a:cubicBezTo>
                  <a:cubicBezTo>
                    <a:pt x="144" y="88"/>
                    <a:pt x="145" y="85"/>
                    <a:pt x="145" y="82"/>
                  </a:cubicBezTo>
                  <a:cubicBezTo>
                    <a:pt x="145" y="80"/>
                    <a:pt x="145" y="79"/>
                    <a:pt x="143" y="79"/>
                  </a:cubicBezTo>
                  <a:close/>
                </a:path>
              </a:pathLst>
            </a:custGeom>
            <a:solidFill>
              <a:schemeClr val="accent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lbert Sans Light"/>
                <a:ea typeface="Albert Sans Light"/>
                <a:cs typeface="Albert Sans Light"/>
                <a:sym typeface="Albert Sans Light"/>
              </a:endParaRPr>
            </a:p>
          </p:txBody>
        </p:sp>
        <p:pic>
          <p:nvPicPr>
            <p:cNvPr id="407" name="Google Shape;407;p49"/>
            <p:cNvPicPr preferRelativeResize="0"/>
            <p:nvPr/>
          </p:nvPicPr>
          <p:blipFill rotWithShape="1">
            <a:blip r:embed="rId3">
              <a:alphaModFix/>
            </a:blip>
            <a:srcRect b="0" l="0" r="0" t="0"/>
            <a:stretch/>
          </p:blipFill>
          <p:spPr>
            <a:xfrm>
              <a:off x="4395352" y="2144049"/>
              <a:ext cx="274320" cy="274320"/>
            </a:xfrm>
            <a:prstGeom prst="rect">
              <a:avLst/>
            </a:prstGeom>
            <a:noFill/>
            <a:ln>
              <a:noFill/>
            </a:ln>
          </p:spPr>
        </p:pic>
      </p:grpSp>
      <p:grpSp>
        <p:nvGrpSpPr>
          <p:cNvPr id="408" name="Google Shape;408;p49"/>
          <p:cNvGrpSpPr/>
          <p:nvPr/>
        </p:nvGrpSpPr>
        <p:grpSpPr>
          <a:xfrm>
            <a:off x="4087945" y="3018290"/>
            <a:ext cx="1040837" cy="1027789"/>
            <a:chOff x="5450593" y="4024386"/>
            <a:chExt cx="1387783" cy="1370385"/>
          </a:xfrm>
        </p:grpSpPr>
        <p:sp>
          <p:nvSpPr>
            <p:cNvPr id="409" name="Google Shape;409;p49"/>
            <p:cNvSpPr/>
            <p:nvPr/>
          </p:nvSpPr>
          <p:spPr>
            <a:xfrm>
              <a:off x="5450593" y="4024386"/>
              <a:ext cx="1387783" cy="1370385"/>
            </a:xfrm>
            <a:custGeom>
              <a:rect b="b" l="l" r="r" t="t"/>
              <a:pathLst>
                <a:path extrusionOk="0" h="144" w="146">
                  <a:moveTo>
                    <a:pt x="144" y="79"/>
                  </a:moveTo>
                  <a:cubicBezTo>
                    <a:pt x="135" y="77"/>
                    <a:pt x="135" y="77"/>
                    <a:pt x="135" y="77"/>
                  </a:cubicBezTo>
                  <a:cubicBezTo>
                    <a:pt x="135" y="73"/>
                    <a:pt x="135" y="70"/>
                    <a:pt x="135" y="67"/>
                  </a:cubicBezTo>
                  <a:cubicBezTo>
                    <a:pt x="144" y="65"/>
                    <a:pt x="144" y="65"/>
                    <a:pt x="144" y="65"/>
                  </a:cubicBezTo>
                  <a:cubicBezTo>
                    <a:pt x="145" y="65"/>
                    <a:pt x="146" y="64"/>
                    <a:pt x="145" y="62"/>
                  </a:cubicBezTo>
                  <a:cubicBezTo>
                    <a:pt x="145" y="59"/>
                    <a:pt x="144" y="56"/>
                    <a:pt x="143" y="53"/>
                  </a:cubicBezTo>
                  <a:cubicBezTo>
                    <a:pt x="143" y="52"/>
                    <a:pt x="142" y="51"/>
                    <a:pt x="141" y="51"/>
                  </a:cubicBezTo>
                  <a:cubicBezTo>
                    <a:pt x="141" y="51"/>
                    <a:pt x="141" y="51"/>
                    <a:pt x="141" y="51"/>
                  </a:cubicBezTo>
                  <a:cubicBezTo>
                    <a:pt x="132" y="53"/>
                    <a:pt x="132" y="53"/>
                    <a:pt x="132" y="53"/>
                  </a:cubicBezTo>
                  <a:cubicBezTo>
                    <a:pt x="131" y="50"/>
                    <a:pt x="130" y="47"/>
                    <a:pt x="129" y="45"/>
                  </a:cubicBezTo>
                  <a:cubicBezTo>
                    <a:pt x="129" y="44"/>
                    <a:pt x="128" y="44"/>
                    <a:pt x="128" y="44"/>
                  </a:cubicBezTo>
                  <a:cubicBezTo>
                    <a:pt x="135" y="39"/>
                    <a:pt x="135" y="39"/>
                    <a:pt x="135" y="39"/>
                  </a:cubicBezTo>
                  <a:cubicBezTo>
                    <a:pt x="136" y="38"/>
                    <a:pt x="137" y="37"/>
                    <a:pt x="136" y="36"/>
                  </a:cubicBezTo>
                  <a:cubicBezTo>
                    <a:pt x="134" y="33"/>
                    <a:pt x="133" y="30"/>
                    <a:pt x="131" y="27"/>
                  </a:cubicBezTo>
                  <a:cubicBezTo>
                    <a:pt x="130" y="27"/>
                    <a:pt x="130" y="27"/>
                    <a:pt x="129" y="27"/>
                  </a:cubicBezTo>
                  <a:cubicBezTo>
                    <a:pt x="128" y="27"/>
                    <a:pt x="128" y="27"/>
                    <a:pt x="128" y="27"/>
                  </a:cubicBezTo>
                  <a:cubicBezTo>
                    <a:pt x="120" y="32"/>
                    <a:pt x="120" y="32"/>
                    <a:pt x="120" y="32"/>
                  </a:cubicBezTo>
                  <a:cubicBezTo>
                    <a:pt x="118" y="29"/>
                    <a:pt x="116" y="27"/>
                    <a:pt x="113" y="25"/>
                  </a:cubicBezTo>
                  <a:cubicBezTo>
                    <a:pt x="118" y="17"/>
                    <a:pt x="118" y="17"/>
                    <a:pt x="118" y="17"/>
                  </a:cubicBezTo>
                  <a:cubicBezTo>
                    <a:pt x="119" y="16"/>
                    <a:pt x="118" y="15"/>
                    <a:pt x="117" y="14"/>
                  </a:cubicBezTo>
                  <a:cubicBezTo>
                    <a:pt x="115" y="12"/>
                    <a:pt x="112" y="10"/>
                    <a:pt x="109" y="9"/>
                  </a:cubicBezTo>
                  <a:cubicBezTo>
                    <a:pt x="109" y="9"/>
                    <a:pt x="108" y="9"/>
                    <a:pt x="108" y="9"/>
                  </a:cubicBezTo>
                  <a:cubicBezTo>
                    <a:pt x="107" y="9"/>
                    <a:pt x="107" y="9"/>
                    <a:pt x="106" y="10"/>
                  </a:cubicBezTo>
                  <a:cubicBezTo>
                    <a:pt x="101" y="17"/>
                    <a:pt x="101" y="17"/>
                    <a:pt x="101" y="17"/>
                  </a:cubicBezTo>
                  <a:cubicBezTo>
                    <a:pt x="99" y="15"/>
                    <a:pt x="96" y="14"/>
                    <a:pt x="93" y="13"/>
                  </a:cubicBezTo>
                  <a:cubicBezTo>
                    <a:pt x="93" y="13"/>
                    <a:pt x="92" y="13"/>
                    <a:pt x="92" y="13"/>
                  </a:cubicBezTo>
                  <a:cubicBezTo>
                    <a:pt x="94" y="4"/>
                    <a:pt x="94" y="4"/>
                    <a:pt x="94" y="4"/>
                  </a:cubicBezTo>
                  <a:cubicBezTo>
                    <a:pt x="94" y="3"/>
                    <a:pt x="93" y="2"/>
                    <a:pt x="92" y="2"/>
                  </a:cubicBezTo>
                  <a:cubicBezTo>
                    <a:pt x="89" y="1"/>
                    <a:pt x="86" y="0"/>
                    <a:pt x="82" y="0"/>
                  </a:cubicBezTo>
                  <a:cubicBezTo>
                    <a:pt x="82" y="0"/>
                    <a:pt x="82" y="0"/>
                    <a:pt x="82" y="0"/>
                  </a:cubicBezTo>
                  <a:cubicBezTo>
                    <a:pt x="81" y="0"/>
                    <a:pt x="80" y="0"/>
                    <a:pt x="80" y="2"/>
                  </a:cubicBezTo>
                  <a:cubicBezTo>
                    <a:pt x="78" y="10"/>
                    <a:pt x="78" y="10"/>
                    <a:pt x="78" y="10"/>
                  </a:cubicBezTo>
                  <a:cubicBezTo>
                    <a:pt x="76" y="10"/>
                    <a:pt x="75" y="10"/>
                    <a:pt x="73" y="10"/>
                  </a:cubicBezTo>
                  <a:cubicBezTo>
                    <a:pt x="73" y="10"/>
                    <a:pt x="73" y="10"/>
                    <a:pt x="73" y="10"/>
                  </a:cubicBezTo>
                  <a:cubicBezTo>
                    <a:pt x="71" y="10"/>
                    <a:pt x="70" y="10"/>
                    <a:pt x="68" y="10"/>
                  </a:cubicBezTo>
                  <a:cubicBezTo>
                    <a:pt x="66" y="1"/>
                    <a:pt x="66" y="1"/>
                    <a:pt x="66" y="1"/>
                  </a:cubicBezTo>
                  <a:cubicBezTo>
                    <a:pt x="66" y="0"/>
                    <a:pt x="65" y="0"/>
                    <a:pt x="64" y="0"/>
                  </a:cubicBezTo>
                  <a:cubicBezTo>
                    <a:pt x="64" y="0"/>
                    <a:pt x="64" y="0"/>
                    <a:pt x="64" y="0"/>
                  </a:cubicBezTo>
                  <a:cubicBezTo>
                    <a:pt x="60" y="0"/>
                    <a:pt x="57" y="1"/>
                    <a:pt x="54" y="2"/>
                  </a:cubicBezTo>
                  <a:cubicBezTo>
                    <a:pt x="53" y="2"/>
                    <a:pt x="52" y="3"/>
                    <a:pt x="52" y="4"/>
                  </a:cubicBezTo>
                  <a:cubicBezTo>
                    <a:pt x="54" y="13"/>
                    <a:pt x="54" y="13"/>
                    <a:pt x="54" y="13"/>
                  </a:cubicBezTo>
                  <a:cubicBezTo>
                    <a:pt x="51" y="14"/>
                    <a:pt x="48" y="15"/>
                    <a:pt x="45" y="17"/>
                  </a:cubicBezTo>
                  <a:cubicBezTo>
                    <a:pt x="40" y="9"/>
                    <a:pt x="40" y="9"/>
                    <a:pt x="40" y="9"/>
                  </a:cubicBezTo>
                  <a:cubicBezTo>
                    <a:pt x="39" y="9"/>
                    <a:pt x="39" y="8"/>
                    <a:pt x="38" y="8"/>
                  </a:cubicBezTo>
                  <a:cubicBezTo>
                    <a:pt x="38" y="8"/>
                    <a:pt x="37" y="8"/>
                    <a:pt x="37" y="9"/>
                  </a:cubicBezTo>
                  <a:cubicBezTo>
                    <a:pt x="34" y="10"/>
                    <a:pt x="31" y="12"/>
                    <a:pt x="29" y="14"/>
                  </a:cubicBezTo>
                  <a:cubicBezTo>
                    <a:pt x="28" y="15"/>
                    <a:pt x="27" y="16"/>
                    <a:pt x="28" y="17"/>
                  </a:cubicBezTo>
                  <a:cubicBezTo>
                    <a:pt x="33" y="25"/>
                    <a:pt x="33" y="25"/>
                    <a:pt x="33" y="25"/>
                  </a:cubicBezTo>
                  <a:cubicBezTo>
                    <a:pt x="30" y="27"/>
                    <a:pt x="28" y="29"/>
                    <a:pt x="26" y="31"/>
                  </a:cubicBezTo>
                  <a:cubicBezTo>
                    <a:pt x="18" y="27"/>
                    <a:pt x="18" y="27"/>
                    <a:pt x="18" y="27"/>
                  </a:cubicBezTo>
                  <a:cubicBezTo>
                    <a:pt x="18" y="26"/>
                    <a:pt x="17" y="26"/>
                    <a:pt x="17" y="26"/>
                  </a:cubicBezTo>
                  <a:cubicBezTo>
                    <a:pt x="16" y="26"/>
                    <a:pt x="16" y="27"/>
                    <a:pt x="15" y="27"/>
                  </a:cubicBezTo>
                  <a:cubicBezTo>
                    <a:pt x="13" y="30"/>
                    <a:pt x="11" y="33"/>
                    <a:pt x="10" y="35"/>
                  </a:cubicBezTo>
                  <a:cubicBezTo>
                    <a:pt x="9" y="36"/>
                    <a:pt x="9" y="38"/>
                    <a:pt x="10" y="38"/>
                  </a:cubicBezTo>
                  <a:cubicBezTo>
                    <a:pt x="18" y="44"/>
                    <a:pt x="18" y="44"/>
                    <a:pt x="18" y="44"/>
                  </a:cubicBezTo>
                  <a:cubicBezTo>
                    <a:pt x="16" y="46"/>
                    <a:pt x="15" y="49"/>
                    <a:pt x="14" y="52"/>
                  </a:cubicBezTo>
                  <a:cubicBezTo>
                    <a:pt x="14" y="52"/>
                    <a:pt x="14" y="52"/>
                    <a:pt x="14" y="53"/>
                  </a:cubicBezTo>
                  <a:cubicBezTo>
                    <a:pt x="5" y="51"/>
                    <a:pt x="5" y="51"/>
                    <a:pt x="5" y="51"/>
                  </a:cubicBezTo>
                  <a:cubicBezTo>
                    <a:pt x="5" y="51"/>
                    <a:pt x="5" y="51"/>
                    <a:pt x="5" y="51"/>
                  </a:cubicBezTo>
                  <a:cubicBezTo>
                    <a:pt x="4" y="51"/>
                    <a:pt x="3" y="52"/>
                    <a:pt x="3" y="53"/>
                  </a:cubicBezTo>
                  <a:cubicBezTo>
                    <a:pt x="2" y="56"/>
                    <a:pt x="1" y="59"/>
                    <a:pt x="1" y="62"/>
                  </a:cubicBezTo>
                  <a:cubicBezTo>
                    <a:pt x="0" y="64"/>
                    <a:pt x="1" y="65"/>
                    <a:pt x="2" y="65"/>
                  </a:cubicBezTo>
                  <a:cubicBezTo>
                    <a:pt x="11" y="67"/>
                    <a:pt x="11" y="67"/>
                    <a:pt x="11" y="67"/>
                  </a:cubicBezTo>
                  <a:cubicBezTo>
                    <a:pt x="11" y="70"/>
                    <a:pt x="11" y="73"/>
                    <a:pt x="11" y="77"/>
                  </a:cubicBezTo>
                  <a:cubicBezTo>
                    <a:pt x="2" y="79"/>
                    <a:pt x="2" y="79"/>
                    <a:pt x="2" y="79"/>
                  </a:cubicBezTo>
                  <a:cubicBezTo>
                    <a:pt x="1" y="79"/>
                    <a:pt x="1" y="80"/>
                    <a:pt x="1" y="81"/>
                  </a:cubicBezTo>
                  <a:cubicBezTo>
                    <a:pt x="1" y="84"/>
                    <a:pt x="2" y="88"/>
                    <a:pt x="3" y="91"/>
                  </a:cubicBezTo>
                  <a:cubicBezTo>
                    <a:pt x="3" y="92"/>
                    <a:pt x="4" y="92"/>
                    <a:pt x="5" y="92"/>
                  </a:cubicBezTo>
                  <a:cubicBezTo>
                    <a:pt x="5" y="92"/>
                    <a:pt x="5" y="92"/>
                    <a:pt x="5" y="92"/>
                  </a:cubicBezTo>
                  <a:cubicBezTo>
                    <a:pt x="14" y="91"/>
                    <a:pt x="14" y="91"/>
                    <a:pt x="14" y="91"/>
                  </a:cubicBezTo>
                  <a:cubicBezTo>
                    <a:pt x="15" y="94"/>
                    <a:pt x="16" y="96"/>
                    <a:pt x="17" y="99"/>
                  </a:cubicBezTo>
                  <a:cubicBezTo>
                    <a:pt x="17" y="99"/>
                    <a:pt x="18" y="100"/>
                    <a:pt x="18" y="100"/>
                  </a:cubicBezTo>
                  <a:cubicBezTo>
                    <a:pt x="11" y="105"/>
                    <a:pt x="11" y="105"/>
                    <a:pt x="11" y="105"/>
                  </a:cubicBezTo>
                  <a:cubicBezTo>
                    <a:pt x="10" y="106"/>
                    <a:pt x="9" y="107"/>
                    <a:pt x="10" y="108"/>
                  </a:cubicBezTo>
                  <a:cubicBezTo>
                    <a:pt x="12" y="111"/>
                    <a:pt x="13" y="114"/>
                    <a:pt x="15" y="116"/>
                  </a:cubicBezTo>
                  <a:cubicBezTo>
                    <a:pt x="16" y="117"/>
                    <a:pt x="17" y="117"/>
                    <a:pt x="17" y="117"/>
                  </a:cubicBezTo>
                  <a:cubicBezTo>
                    <a:pt x="18" y="117"/>
                    <a:pt x="18" y="117"/>
                    <a:pt x="18" y="117"/>
                  </a:cubicBezTo>
                  <a:cubicBezTo>
                    <a:pt x="26" y="112"/>
                    <a:pt x="26" y="112"/>
                    <a:pt x="26" y="112"/>
                  </a:cubicBezTo>
                  <a:cubicBezTo>
                    <a:pt x="28" y="114"/>
                    <a:pt x="30" y="117"/>
                    <a:pt x="33" y="119"/>
                  </a:cubicBezTo>
                  <a:cubicBezTo>
                    <a:pt x="28" y="126"/>
                    <a:pt x="28" y="126"/>
                    <a:pt x="28" y="126"/>
                  </a:cubicBezTo>
                  <a:cubicBezTo>
                    <a:pt x="28" y="127"/>
                    <a:pt x="28" y="129"/>
                    <a:pt x="29" y="129"/>
                  </a:cubicBezTo>
                  <a:cubicBezTo>
                    <a:pt x="31" y="131"/>
                    <a:pt x="34" y="133"/>
                    <a:pt x="37" y="135"/>
                  </a:cubicBezTo>
                  <a:cubicBezTo>
                    <a:pt x="37" y="135"/>
                    <a:pt x="38" y="135"/>
                    <a:pt x="38" y="135"/>
                  </a:cubicBezTo>
                  <a:cubicBezTo>
                    <a:pt x="39" y="135"/>
                    <a:pt x="39" y="135"/>
                    <a:pt x="40" y="134"/>
                  </a:cubicBezTo>
                  <a:cubicBezTo>
                    <a:pt x="45" y="127"/>
                    <a:pt x="45" y="127"/>
                    <a:pt x="45" y="127"/>
                  </a:cubicBezTo>
                  <a:cubicBezTo>
                    <a:pt x="48" y="128"/>
                    <a:pt x="50" y="129"/>
                    <a:pt x="53" y="130"/>
                  </a:cubicBezTo>
                  <a:cubicBezTo>
                    <a:pt x="53" y="130"/>
                    <a:pt x="54" y="130"/>
                    <a:pt x="54" y="131"/>
                  </a:cubicBezTo>
                  <a:cubicBezTo>
                    <a:pt x="52" y="139"/>
                    <a:pt x="52" y="139"/>
                    <a:pt x="52" y="139"/>
                  </a:cubicBezTo>
                  <a:cubicBezTo>
                    <a:pt x="52" y="140"/>
                    <a:pt x="53" y="142"/>
                    <a:pt x="54" y="142"/>
                  </a:cubicBezTo>
                  <a:cubicBezTo>
                    <a:pt x="57" y="143"/>
                    <a:pt x="61" y="143"/>
                    <a:pt x="64" y="144"/>
                  </a:cubicBezTo>
                  <a:cubicBezTo>
                    <a:pt x="64" y="144"/>
                    <a:pt x="64" y="144"/>
                    <a:pt x="64" y="144"/>
                  </a:cubicBezTo>
                  <a:cubicBezTo>
                    <a:pt x="65" y="144"/>
                    <a:pt x="66" y="143"/>
                    <a:pt x="66" y="142"/>
                  </a:cubicBezTo>
                  <a:cubicBezTo>
                    <a:pt x="68" y="133"/>
                    <a:pt x="68" y="133"/>
                    <a:pt x="68" y="133"/>
                  </a:cubicBezTo>
                  <a:cubicBezTo>
                    <a:pt x="70" y="134"/>
                    <a:pt x="72" y="134"/>
                    <a:pt x="73" y="134"/>
                  </a:cubicBezTo>
                  <a:cubicBezTo>
                    <a:pt x="75" y="134"/>
                    <a:pt x="76" y="134"/>
                    <a:pt x="78" y="133"/>
                  </a:cubicBezTo>
                  <a:cubicBezTo>
                    <a:pt x="80" y="142"/>
                    <a:pt x="80" y="142"/>
                    <a:pt x="80" y="142"/>
                  </a:cubicBezTo>
                  <a:cubicBezTo>
                    <a:pt x="80" y="143"/>
                    <a:pt x="81" y="144"/>
                    <a:pt x="82" y="144"/>
                  </a:cubicBezTo>
                  <a:cubicBezTo>
                    <a:pt x="82" y="144"/>
                    <a:pt x="82" y="144"/>
                    <a:pt x="82" y="144"/>
                  </a:cubicBezTo>
                  <a:cubicBezTo>
                    <a:pt x="86" y="143"/>
                    <a:pt x="89" y="143"/>
                    <a:pt x="92" y="142"/>
                  </a:cubicBezTo>
                  <a:cubicBezTo>
                    <a:pt x="93" y="142"/>
                    <a:pt x="94" y="141"/>
                    <a:pt x="94" y="139"/>
                  </a:cubicBezTo>
                  <a:cubicBezTo>
                    <a:pt x="92" y="131"/>
                    <a:pt x="92" y="131"/>
                    <a:pt x="92" y="131"/>
                  </a:cubicBezTo>
                  <a:cubicBezTo>
                    <a:pt x="95" y="130"/>
                    <a:pt x="98" y="129"/>
                    <a:pt x="101" y="127"/>
                  </a:cubicBezTo>
                  <a:cubicBezTo>
                    <a:pt x="106" y="134"/>
                    <a:pt x="106" y="134"/>
                    <a:pt x="106" y="134"/>
                  </a:cubicBezTo>
                  <a:cubicBezTo>
                    <a:pt x="107" y="135"/>
                    <a:pt x="107" y="135"/>
                    <a:pt x="108" y="135"/>
                  </a:cubicBezTo>
                  <a:cubicBezTo>
                    <a:pt x="109" y="135"/>
                    <a:pt x="109" y="135"/>
                    <a:pt x="109" y="135"/>
                  </a:cubicBezTo>
                  <a:cubicBezTo>
                    <a:pt x="112" y="133"/>
                    <a:pt x="115" y="131"/>
                    <a:pt x="118" y="130"/>
                  </a:cubicBezTo>
                  <a:cubicBezTo>
                    <a:pt x="118" y="129"/>
                    <a:pt x="119" y="128"/>
                    <a:pt x="118" y="127"/>
                  </a:cubicBezTo>
                  <a:cubicBezTo>
                    <a:pt x="113" y="119"/>
                    <a:pt x="113" y="119"/>
                    <a:pt x="113" y="119"/>
                  </a:cubicBezTo>
                  <a:cubicBezTo>
                    <a:pt x="116" y="117"/>
                    <a:pt x="118" y="115"/>
                    <a:pt x="120" y="112"/>
                  </a:cubicBezTo>
                  <a:cubicBezTo>
                    <a:pt x="128" y="117"/>
                    <a:pt x="128" y="117"/>
                    <a:pt x="128" y="117"/>
                  </a:cubicBezTo>
                  <a:cubicBezTo>
                    <a:pt x="128" y="117"/>
                    <a:pt x="129" y="117"/>
                    <a:pt x="129" y="117"/>
                  </a:cubicBezTo>
                  <a:cubicBezTo>
                    <a:pt x="130" y="117"/>
                    <a:pt x="130" y="117"/>
                    <a:pt x="131" y="116"/>
                  </a:cubicBezTo>
                  <a:cubicBezTo>
                    <a:pt x="133" y="114"/>
                    <a:pt x="135" y="111"/>
                    <a:pt x="136" y="108"/>
                  </a:cubicBezTo>
                  <a:cubicBezTo>
                    <a:pt x="137" y="107"/>
                    <a:pt x="137" y="106"/>
                    <a:pt x="136" y="105"/>
                  </a:cubicBezTo>
                  <a:cubicBezTo>
                    <a:pt x="128" y="100"/>
                    <a:pt x="128" y="100"/>
                    <a:pt x="128" y="100"/>
                  </a:cubicBezTo>
                  <a:cubicBezTo>
                    <a:pt x="130" y="97"/>
                    <a:pt x="131" y="95"/>
                    <a:pt x="132" y="92"/>
                  </a:cubicBezTo>
                  <a:cubicBezTo>
                    <a:pt x="132" y="92"/>
                    <a:pt x="132" y="91"/>
                    <a:pt x="132" y="91"/>
                  </a:cubicBezTo>
                  <a:cubicBezTo>
                    <a:pt x="141" y="92"/>
                    <a:pt x="141" y="92"/>
                    <a:pt x="141" y="92"/>
                  </a:cubicBezTo>
                  <a:cubicBezTo>
                    <a:pt x="141" y="92"/>
                    <a:pt x="141" y="92"/>
                    <a:pt x="141" y="92"/>
                  </a:cubicBezTo>
                  <a:cubicBezTo>
                    <a:pt x="142" y="92"/>
                    <a:pt x="143" y="92"/>
                    <a:pt x="144" y="91"/>
                  </a:cubicBezTo>
                  <a:cubicBezTo>
                    <a:pt x="144" y="88"/>
                    <a:pt x="145" y="84"/>
                    <a:pt x="145" y="81"/>
                  </a:cubicBezTo>
                  <a:cubicBezTo>
                    <a:pt x="146" y="80"/>
                    <a:pt x="145" y="79"/>
                    <a:pt x="144" y="79"/>
                  </a:cubicBezTo>
                  <a:close/>
                </a:path>
              </a:pathLst>
            </a:custGeom>
            <a:solidFill>
              <a:schemeClr val="accent2"/>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lbert Sans Light"/>
                <a:ea typeface="Albert Sans Light"/>
                <a:cs typeface="Albert Sans Light"/>
                <a:sym typeface="Albert Sans Light"/>
              </a:endParaRPr>
            </a:p>
          </p:txBody>
        </p:sp>
        <p:pic>
          <p:nvPicPr>
            <p:cNvPr id="410" name="Google Shape;410;p49"/>
            <p:cNvPicPr preferRelativeResize="0"/>
            <p:nvPr/>
          </p:nvPicPr>
          <p:blipFill rotWithShape="1">
            <a:blip r:embed="rId4">
              <a:alphaModFix/>
            </a:blip>
            <a:srcRect b="0" l="0" r="0" t="0"/>
            <a:stretch/>
          </p:blipFill>
          <p:spPr>
            <a:xfrm>
              <a:off x="6007324" y="4572418"/>
              <a:ext cx="274320" cy="274320"/>
            </a:xfrm>
            <a:prstGeom prst="rect">
              <a:avLst/>
            </a:prstGeom>
            <a:noFill/>
            <a:ln>
              <a:noFill/>
            </a:ln>
          </p:spPr>
        </p:pic>
      </p:grpSp>
      <p:grpSp>
        <p:nvGrpSpPr>
          <p:cNvPr id="411" name="Google Shape;411;p49"/>
          <p:cNvGrpSpPr/>
          <p:nvPr/>
        </p:nvGrpSpPr>
        <p:grpSpPr>
          <a:xfrm>
            <a:off x="3845776" y="1733554"/>
            <a:ext cx="1301047" cy="1284736"/>
            <a:chOff x="5127701" y="2311405"/>
            <a:chExt cx="1734729" cy="1712981"/>
          </a:xfrm>
        </p:grpSpPr>
        <p:sp>
          <p:nvSpPr>
            <p:cNvPr id="412" name="Google Shape;412;p49"/>
            <p:cNvSpPr/>
            <p:nvPr/>
          </p:nvSpPr>
          <p:spPr>
            <a:xfrm>
              <a:off x="5127701" y="2311405"/>
              <a:ext cx="1734729" cy="1712981"/>
            </a:xfrm>
            <a:custGeom>
              <a:rect b="b" l="l" r="r" t="t"/>
              <a:pathLst>
                <a:path extrusionOk="0" h="144" w="146">
                  <a:moveTo>
                    <a:pt x="144" y="79"/>
                  </a:moveTo>
                  <a:cubicBezTo>
                    <a:pt x="135" y="77"/>
                    <a:pt x="135" y="77"/>
                    <a:pt x="135" y="77"/>
                  </a:cubicBezTo>
                  <a:cubicBezTo>
                    <a:pt x="135" y="73"/>
                    <a:pt x="135" y="70"/>
                    <a:pt x="135" y="67"/>
                  </a:cubicBezTo>
                  <a:cubicBezTo>
                    <a:pt x="144" y="65"/>
                    <a:pt x="144" y="65"/>
                    <a:pt x="144" y="65"/>
                  </a:cubicBezTo>
                  <a:cubicBezTo>
                    <a:pt x="145" y="65"/>
                    <a:pt x="146" y="64"/>
                    <a:pt x="145" y="62"/>
                  </a:cubicBezTo>
                  <a:cubicBezTo>
                    <a:pt x="145" y="59"/>
                    <a:pt x="144" y="56"/>
                    <a:pt x="143" y="53"/>
                  </a:cubicBezTo>
                  <a:cubicBezTo>
                    <a:pt x="143" y="52"/>
                    <a:pt x="142" y="51"/>
                    <a:pt x="141" y="51"/>
                  </a:cubicBezTo>
                  <a:cubicBezTo>
                    <a:pt x="141" y="51"/>
                    <a:pt x="141" y="51"/>
                    <a:pt x="141" y="51"/>
                  </a:cubicBezTo>
                  <a:cubicBezTo>
                    <a:pt x="132" y="53"/>
                    <a:pt x="132" y="53"/>
                    <a:pt x="132" y="53"/>
                  </a:cubicBezTo>
                  <a:cubicBezTo>
                    <a:pt x="131" y="50"/>
                    <a:pt x="130" y="47"/>
                    <a:pt x="129" y="45"/>
                  </a:cubicBezTo>
                  <a:cubicBezTo>
                    <a:pt x="129" y="44"/>
                    <a:pt x="128" y="44"/>
                    <a:pt x="128" y="44"/>
                  </a:cubicBezTo>
                  <a:cubicBezTo>
                    <a:pt x="135" y="39"/>
                    <a:pt x="135" y="39"/>
                    <a:pt x="135" y="39"/>
                  </a:cubicBezTo>
                  <a:cubicBezTo>
                    <a:pt x="136" y="38"/>
                    <a:pt x="137" y="37"/>
                    <a:pt x="136" y="36"/>
                  </a:cubicBezTo>
                  <a:cubicBezTo>
                    <a:pt x="134" y="33"/>
                    <a:pt x="133" y="30"/>
                    <a:pt x="131" y="27"/>
                  </a:cubicBezTo>
                  <a:cubicBezTo>
                    <a:pt x="130" y="27"/>
                    <a:pt x="130" y="27"/>
                    <a:pt x="129" y="27"/>
                  </a:cubicBezTo>
                  <a:cubicBezTo>
                    <a:pt x="128" y="27"/>
                    <a:pt x="128" y="27"/>
                    <a:pt x="128" y="27"/>
                  </a:cubicBezTo>
                  <a:cubicBezTo>
                    <a:pt x="120" y="32"/>
                    <a:pt x="120" y="32"/>
                    <a:pt x="120" y="32"/>
                  </a:cubicBezTo>
                  <a:cubicBezTo>
                    <a:pt x="118" y="29"/>
                    <a:pt x="116" y="27"/>
                    <a:pt x="113" y="25"/>
                  </a:cubicBezTo>
                  <a:cubicBezTo>
                    <a:pt x="118" y="17"/>
                    <a:pt x="118" y="17"/>
                    <a:pt x="118" y="17"/>
                  </a:cubicBezTo>
                  <a:cubicBezTo>
                    <a:pt x="119" y="16"/>
                    <a:pt x="118" y="15"/>
                    <a:pt x="117" y="14"/>
                  </a:cubicBezTo>
                  <a:cubicBezTo>
                    <a:pt x="115" y="12"/>
                    <a:pt x="112" y="10"/>
                    <a:pt x="109" y="9"/>
                  </a:cubicBezTo>
                  <a:cubicBezTo>
                    <a:pt x="109" y="9"/>
                    <a:pt x="108" y="9"/>
                    <a:pt x="108" y="9"/>
                  </a:cubicBezTo>
                  <a:cubicBezTo>
                    <a:pt x="107" y="9"/>
                    <a:pt x="107" y="9"/>
                    <a:pt x="106" y="10"/>
                  </a:cubicBezTo>
                  <a:cubicBezTo>
                    <a:pt x="101" y="17"/>
                    <a:pt x="101" y="17"/>
                    <a:pt x="101" y="17"/>
                  </a:cubicBezTo>
                  <a:cubicBezTo>
                    <a:pt x="99" y="15"/>
                    <a:pt x="96" y="14"/>
                    <a:pt x="93" y="13"/>
                  </a:cubicBezTo>
                  <a:cubicBezTo>
                    <a:pt x="93" y="13"/>
                    <a:pt x="92" y="13"/>
                    <a:pt x="92" y="13"/>
                  </a:cubicBezTo>
                  <a:cubicBezTo>
                    <a:pt x="94" y="4"/>
                    <a:pt x="94" y="4"/>
                    <a:pt x="94" y="4"/>
                  </a:cubicBezTo>
                  <a:cubicBezTo>
                    <a:pt x="94" y="3"/>
                    <a:pt x="93" y="2"/>
                    <a:pt x="92" y="2"/>
                  </a:cubicBezTo>
                  <a:cubicBezTo>
                    <a:pt x="89" y="1"/>
                    <a:pt x="86" y="0"/>
                    <a:pt x="82" y="0"/>
                  </a:cubicBezTo>
                  <a:cubicBezTo>
                    <a:pt x="82" y="0"/>
                    <a:pt x="82" y="0"/>
                    <a:pt x="82" y="0"/>
                  </a:cubicBezTo>
                  <a:cubicBezTo>
                    <a:pt x="81" y="0"/>
                    <a:pt x="80" y="0"/>
                    <a:pt x="80" y="2"/>
                  </a:cubicBezTo>
                  <a:cubicBezTo>
                    <a:pt x="78" y="10"/>
                    <a:pt x="78" y="10"/>
                    <a:pt x="78" y="10"/>
                  </a:cubicBezTo>
                  <a:cubicBezTo>
                    <a:pt x="76" y="10"/>
                    <a:pt x="75" y="10"/>
                    <a:pt x="73" y="10"/>
                  </a:cubicBezTo>
                  <a:cubicBezTo>
                    <a:pt x="73" y="10"/>
                    <a:pt x="73" y="10"/>
                    <a:pt x="73" y="10"/>
                  </a:cubicBezTo>
                  <a:cubicBezTo>
                    <a:pt x="71" y="10"/>
                    <a:pt x="70" y="10"/>
                    <a:pt x="68" y="10"/>
                  </a:cubicBezTo>
                  <a:cubicBezTo>
                    <a:pt x="66" y="1"/>
                    <a:pt x="66" y="1"/>
                    <a:pt x="66" y="1"/>
                  </a:cubicBezTo>
                  <a:cubicBezTo>
                    <a:pt x="66" y="0"/>
                    <a:pt x="65" y="0"/>
                    <a:pt x="64" y="0"/>
                  </a:cubicBezTo>
                  <a:cubicBezTo>
                    <a:pt x="64" y="0"/>
                    <a:pt x="64" y="0"/>
                    <a:pt x="64" y="0"/>
                  </a:cubicBezTo>
                  <a:cubicBezTo>
                    <a:pt x="60" y="0"/>
                    <a:pt x="57" y="1"/>
                    <a:pt x="54" y="2"/>
                  </a:cubicBezTo>
                  <a:cubicBezTo>
                    <a:pt x="53" y="2"/>
                    <a:pt x="52" y="3"/>
                    <a:pt x="52" y="4"/>
                  </a:cubicBezTo>
                  <a:cubicBezTo>
                    <a:pt x="54" y="13"/>
                    <a:pt x="54" y="13"/>
                    <a:pt x="54" y="13"/>
                  </a:cubicBezTo>
                  <a:cubicBezTo>
                    <a:pt x="51" y="14"/>
                    <a:pt x="48" y="15"/>
                    <a:pt x="45" y="17"/>
                  </a:cubicBezTo>
                  <a:cubicBezTo>
                    <a:pt x="40" y="9"/>
                    <a:pt x="40" y="9"/>
                    <a:pt x="40" y="9"/>
                  </a:cubicBezTo>
                  <a:cubicBezTo>
                    <a:pt x="39" y="9"/>
                    <a:pt x="39" y="8"/>
                    <a:pt x="38" y="8"/>
                  </a:cubicBezTo>
                  <a:cubicBezTo>
                    <a:pt x="38" y="8"/>
                    <a:pt x="37" y="8"/>
                    <a:pt x="37" y="9"/>
                  </a:cubicBezTo>
                  <a:cubicBezTo>
                    <a:pt x="34" y="10"/>
                    <a:pt x="31" y="12"/>
                    <a:pt x="29" y="14"/>
                  </a:cubicBezTo>
                  <a:cubicBezTo>
                    <a:pt x="28" y="15"/>
                    <a:pt x="27" y="16"/>
                    <a:pt x="28" y="17"/>
                  </a:cubicBezTo>
                  <a:cubicBezTo>
                    <a:pt x="33" y="25"/>
                    <a:pt x="33" y="25"/>
                    <a:pt x="33" y="25"/>
                  </a:cubicBezTo>
                  <a:cubicBezTo>
                    <a:pt x="30" y="27"/>
                    <a:pt x="28" y="29"/>
                    <a:pt x="26" y="31"/>
                  </a:cubicBezTo>
                  <a:cubicBezTo>
                    <a:pt x="18" y="27"/>
                    <a:pt x="18" y="27"/>
                    <a:pt x="18" y="27"/>
                  </a:cubicBezTo>
                  <a:cubicBezTo>
                    <a:pt x="18" y="26"/>
                    <a:pt x="17" y="26"/>
                    <a:pt x="17" y="26"/>
                  </a:cubicBezTo>
                  <a:cubicBezTo>
                    <a:pt x="16" y="26"/>
                    <a:pt x="16" y="27"/>
                    <a:pt x="15" y="27"/>
                  </a:cubicBezTo>
                  <a:cubicBezTo>
                    <a:pt x="13" y="30"/>
                    <a:pt x="11" y="33"/>
                    <a:pt x="10" y="35"/>
                  </a:cubicBezTo>
                  <a:cubicBezTo>
                    <a:pt x="9" y="36"/>
                    <a:pt x="9" y="38"/>
                    <a:pt x="10" y="38"/>
                  </a:cubicBezTo>
                  <a:cubicBezTo>
                    <a:pt x="18" y="44"/>
                    <a:pt x="18" y="44"/>
                    <a:pt x="18" y="44"/>
                  </a:cubicBezTo>
                  <a:cubicBezTo>
                    <a:pt x="16" y="46"/>
                    <a:pt x="15" y="49"/>
                    <a:pt x="14" y="52"/>
                  </a:cubicBezTo>
                  <a:cubicBezTo>
                    <a:pt x="14" y="52"/>
                    <a:pt x="14" y="52"/>
                    <a:pt x="14" y="53"/>
                  </a:cubicBezTo>
                  <a:cubicBezTo>
                    <a:pt x="5" y="51"/>
                    <a:pt x="5" y="51"/>
                    <a:pt x="5" y="51"/>
                  </a:cubicBezTo>
                  <a:cubicBezTo>
                    <a:pt x="5" y="51"/>
                    <a:pt x="5" y="51"/>
                    <a:pt x="5" y="51"/>
                  </a:cubicBezTo>
                  <a:cubicBezTo>
                    <a:pt x="4" y="51"/>
                    <a:pt x="3" y="52"/>
                    <a:pt x="3" y="53"/>
                  </a:cubicBezTo>
                  <a:cubicBezTo>
                    <a:pt x="2" y="56"/>
                    <a:pt x="1" y="59"/>
                    <a:pt x="1" y="62"/>
                  </a:cubicBezTo>
                  <a:cubicBezTo>
                    <a:pt x="0" y="64"/>
                    <a:pt x="1" y="65"/>
                    <a:pt x="2" y="65"/>
                  </a:cubicBezTo>
                  <a:cubicBezTo>
                    <a:pt x="11" y="67"/>
                    <a:pt x="11" y="67"/>
                    <a:pt x="11" y="67"/>
                  </a:cubicBezTo>
                  <a:cubicBezTo>
                    <a:pt x="11" y="70"/>
                    <a:pt x="11" y="73"/>
                    <a:pt x="11" y="77"/>
                  </a:cubicBezTo>
                  <a:cubicBezTo>
                    <a:pt x="2" y="79"/>
                    <a:pt x="2" y="79"/>
                    <a:pt x="2" y="79"/>
                  </a:cubicBezTo>
                  <a:cubicBezTo>
                    <a:pt x="1" y="79"/>
                    <a:pt x="1" y="80"/>
                    <a:pt x="1" y="81"/>
                  </a:cubicBezTo>
                  <a:cubicBezTo>
                    <a:pt x="1" y="84"/>
                    <a:pt x="2" y="88"/>
                    <a:pt x="3" y="91"/>
                  </a:cubicBezTo>
                  <a:cubicBezTo>
                    <a:pt x="3" y="92"/>
                    <a:pt x="4" y="92"/>
                    <a:pt x="5" y="92"/>
                  </a:cubicBezTo>
                  <a:cubicBezTo>
                    <a:pt x="5" y="92"/>
                    <a:pt x="5" y="92"/>
                    <a:pt x="5" y="92"/>
                  </a:cubicBezTo>
                  <a:cubicBezTo>
                    <a:pt x="14" y="91"/>
                    <a:pt x="14" y="91"/>
                    <a:pt x="14" y="91"/>
                  </a:cubicBezTo>
                  <a:cubicBezTo>
                    <a:pt x="15" y="94"/>
                    <a:pt x="16" y="96"/>
                    <a:pt x="17" y="99"/>
                  </a:cubicBezTo>
                  <a:cubicBezTo>
                    <a:pt x="17" y="99"/>
                    <a:pt x="18" y="100"/>
                    <a:pt x="18" y="100"/>
                  </a:cubicBezTo>
                  <a:cubicBezTo>
                    <a:pt x="11" y="105"/>
                    <a:pt x="11" y="105"/>
                    <a:pt x="11" y="105"/>
                  </a:cubicBezTo>
                  <a:cubicBezTo>
                    <a:pt x="10" y="106"/>
                    <a:pt x="9" y="107"/>
                    <a:pt x="10" y="108"/>
                  </a:cubicBezTo>
                  <a:cubicBezTo>
                    <a:pt x="12" y="111"/>
                    <a:pt x="13" y="114"/>
                    <a:pt x="15" y="116"/>
                  </a:cubicBezTo>
                  <a:cubicBezTo>
                    <a:pt x="16" y="117"/>
                    <a:pt x="17" y="117"/>
                    <a:pt x="17" y="117"/>
                  </a:cubicBezTo>
                  <a:cubicBezTo>
                    <a:pt x="18" y="117"/>
                    <a:pt x="18" y="117"/>
                    <a:pt x="18" y="117"/>
                  </a:cubicBezTo>
                  <a:cubicBezTo>
                    <a:pt x="26" y="112"/>
                    <a:pt x="26" y="112"/>
                    <a:pt x="26" y="112"/>
                  </a:cubicBezTo>
                  <a:cubicBezTo>
                    <a:pt x="28" y="114"/>
                    <a:pt x="30" y="117"/>
                    <a:pt x="33" y="119"/>
                  </a:cubicBezTo>
                  <a:cubicBezTo>
                    <a:pt x="28" y="126"/>
                    <a:pt x="28" y="126"/>
                    <a:pt x="28" y="126"/>
                  </a:cubicBezTo>
                  <a:cubicBezTo>
                    <a:pt x="28" y="127"/>
                    <a:pt x="28" y="129"/>
                    <a:pt x="29" y="129"/>
                  </a:cubicBezTo>
                  <a:cubicBezTo>
                    <a:pt x="31" y="131"/>
                    <a:pt x="34" y="133"/>
                    <a:pt x="37" y="135"/>
                  </a:cubicBezTo>
                  <a:cubicBezTo>
                    <a:pt x="37" y="135"/>
                    <a:pt x="38" y="135"/>
                    <a:pt x="38" y="135"/>
                  </a:cubicBezTo>
                  <a:cubicBezTo>
                    <a:pt x="39" y="135"/>
                    <a:pt x="39" y="135"/>
                    <a:pt x="40" y="134"/>
                  </a:cubicBezTo>
                  <a:cubicBezTo>
                    <a:pt x="45" y="127"/>
                    <a:pt x="45" y="127"/>
                    <a:pt x="45" y="127"/>
                  </a:cubicBezTo>
                  <a:cubicBezTo>
                    <a:pt x="48" y="128"/>
                    <a:pt x="50" y="129"/>
                    <a:pt x="53" y="130"/>
                  </a:cubicBezTo>
                  <a:cubicBezTo>
                    <a:pt x="53" y="130"/>
                    <a:pt x="54" y="130"/>
                    <a:pt x="54" y="131"/>
                  </a:cubicBezTo>
                  <a:cubicBezTo>
                    <a:pt x="52" y="139"/>
                    <a:pt x="52" y="139"/>
                    <a:pt x="52" y="139"/>
                  </a:cubicBezTo>
                  <a:cubicBezTo>
                    <a:pt x="52" y="140"/>
                    <a:pt x="53" y="142"/>
                    <a:pt x="54" y="142"/>
                  </a:cubicBezTo>
                  <a:cubicBezTo>
                    <a:pt x="57" y="143"/>
                    <a:pt x="61" y="143"/>
                    <a:pt x="64" y="144"/>
                  </a:cubicBezTo>
                  <a:cubicBezTo>
                    <a:pt x="64" y="144"/>
                    <a:pt x="64" y="144"/>
                    <a:pt x="64" y="144"/>
                  </a:cubicBezTo>
                  <a:cubicBezTo>
                    <a:pt x="65" y="144"/>
                    <a:pt x="66" y="143"/>
                    <a:pt x="66" y="142"/>
                  </a:cubicBezTo>
                  <a:cubicBezTo>
                    <a:pt x="68" y="133"/>
                    <a:pt x="68" y="133"/>
                    <a:pt x="68" y="133"/>
                  </a:cubicBezTo>
                  <a:cubicBezTo>
                    <a:pt x="70" y="134"/>
                    <a:pt x="72" y="134"/>
                    <a:pt x="73" y="134"/>
                  </a:cubicBezTo>
                  <a:cubicBezTo>
                    <a:pt x="75" y="134"/>
                    <a:pt x="76" y="134"/>
                    <a:pt x="78" y="133"/>
                  </a:cubicBezTo>
                  <a:cubicBezTo>
                    <a:pt x="80" y="142"/>
                    <a:pt x="80" y="142"/>
                    <a:pt x="80" y="142"/>
                  </a:cubicBezTo>
                  <a:cubicBezTo>
                    <a:pt x="80" y="143"/>
                    <a:pt x="81" y="144"/>
                    <a:pt x="82" y="144"/>
                  </a:cubicBezTo>
                  <a:cubicBezTo>
                    <a:pt x="82" y="144"/>
                    <a:pt x="82" y="144"/>
                    <a:pt x="82" y="144"/>
                  </a:cubicBezTo>
                  <a:cubicBezTo>
                    <a:pt x="86" y="143"/>
                    <a:pt x="89" y="143"/>
                    <a:pt x="92" y="142"/>
                  </a:cubicBezTo>
                  <a:cubicBezTo>
                    <a:pt x="93" y="142"/>
                    <a:pt x="94" y="141"/>
                    <a:pt x="94" y="139"/>
                  </a:cubicBezTo>
                  <a:cubicBezTo>
                    <a:pt x="92" y="131"/>
                    <a:pt x="92" y="131"/>
                    <a:pt x="92" y="131"/>
                  </a:cubicBezTo>
                  <a:cubicBezTo>
                    <a:pt x="95" y="130"/>
                    <a:pt x="98" y="129"/>
                    <a:pt x="101" y="127"/>
                  </a:cubicBezTo>
                  <a:cubicBezTo>
                    <a:pt x="106" y="134"/>
                    <a:pt x="106" y="134"/>
                    <a:pt x="106" y="134"/>
                  </a:cubicBezTo>
                  <a:cubicBezTo>
                    <a:pt x="107" y="135"/>
                    <a:pt x="107" y="135"/>
                    <a:pt x="108" y="135"/>
                  </a:cubicBezTo>
                  <a:cubicBezTo>
                    <a:pt x="109" y="135"/>
                    <a:pt x="109" y="135"/>
                    <a:pt x="109" y="135"/>
                  </a:cubicBezTo>
                  <a:cubicBezTo>
                    <a:pt x="112" y="133"/>
                    <a:pt x="115" y="131"/>
                    <a:pt x="118" y="130"/>
                  </a:cubicBezTo>
                  <a:cubicBezTo>
                    <a:pt x="118" y="129"/>
                    <a:pt x="119" y="128"/>
                    <a:pt x="118" y="127"/>
                  </a:cubicBezTo>
                  <a:cubicBezTo>
                    <a:pt x="113" y="119"/>
                    <a:pt x="113" y="119"/>
                    <a:pt x="113" y="119"/>
                  </a:cubicBezTo>
                  <a:cubicBezTo>
                    <a:pt x="116" y="117"/>
                    <a:pt x="118" y="115"/>
                    <a:pt x="120" y="112"/>
                  </a:cubicBezTo>
                  <a:cubicBezTo>
                    <a:pt x="128" y="117"/>
                    <a:pt x="128" y="117"/>
                    <a:pt x="128" y="117"/>
                  </a:cubicBezTo>
                  <a:cubicBezTo>
                    <a:pt x="128" y="117"/>
                    <a:pt x="129" y="117"/>
                    <a:pt x="129" y="117"/>
                  </a:cubicBezTo>
                  <a:cubicBezTo>
                    <a:pt x="130" y="117"/>
                    <a:pt x="130" y="117"/>
                    <a:pt x="131" y="116"/>
                  </a:cubicBezTo>
                  <a:cubicBezTo>
                    <a:pt x="133" y="114"/>
                    <a:pt x="135" y="111"/>
                    <a:pt x="136" y="108"/>
                  </a:cubicBezTo>
                  <a:cubicBezTo>
                    <a:pt x="137" y="107"/>
                    <a:pt x="137" y="106"/>
                    <a:pt x="136" y="105"/>
                  </a:cubicBezTo>
                  <a:cubicBezTo>
                    <a:pt x="128" y="100"/>
                    <a:pt x="128" y="100"/>
                    <a:pt x="128" y="100"/>
                  </a:cubicBezTo>
                  <a:cubicBezTo>
                    <a:pt x="130" y="97"/>
                    <a:pt x="131" y="95"/>
                    <a:pt x="132" y="92"/>
                  </a:cubicBezTo>
                  <a:cubicBezTo>
                    <a:pt x="132" y="92"/>
                    <a:pt x="132" y="91"/>
                    <a:pt x="132" y="91"/>
                  </a:cubicBezTo>
                  <a:cubicBezTo>
                    <a:pt x="141" y="92"/>
                    <a:pt x="141" y="92"/>
                    <a:pt x="141" y="92"/>
                  </a:cubicBezTo>
                  <a:cubicBezTo>
                    <a:pt x="141" y="92"/>
                    <a:pt x="141" y="92"/>
                    <a:pt x="141" y="92"/>
                  </a:cubicBezTo>
                  <a:cubicBezTo>
                    <a:pt x="142" y="92"/>
                    <a:pt x="143" y="92"/>
                    <a:pt x="144" y="91"/>
                  </a:cubicBezTo>
                  <a:cubicBezTo>
                    <a:pt x="144" y="88"/>
                    <a:pt x="145" y="84"/>
                    <a:pt x="145" y="81"/>
                  </a:cubicBezTo>
                  <a:cubicBezTo>
                    <a:pt x="146" y="80"/>
                    <a:pt x="145" y="79"/>
                    <a:pt x="144" y="79"/>
                  </a:cubicBezTo>
                  <a:close/>
                </a:path>
              </a:pathLst>
            </a:custGeom>
            <a:solidFill>
              <a:schemeClr val="accent4"/>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lbert Sans Light"/>
                <a:ea typeface="Albert Sans Light"/>
                <a:cs typeface="Albert Sans Light"/>
                <a:sym typeface="Albert Sans Light"/>
              </a:endParaRPr>
            </a:p>
          </p:txBody>
        </p:sp>
        <p:pic>
          <p:nvPicPr>
            <p:cNvPr id="413" name="Google Shape;413;p49"/>
            <p:cNvPicPr preferRelativeResize="0"/>
            <p:nvPr/>
          </p:nvPicPr>
          <p:blipFill rotWithShape="1">
            <a:blip r:embed="rId5">
              <a:alphaModFix/>
            </a:blip>
            <a:srcRect b="0" l="0" r="0" t="0"/>
            <a:stretch/>
          </p:blipFill>
          <p:spPr>
            <a:xfrm>
              <a:off x="5857905" y="3030735"/>
              <a:ext cx="274320" cy="274320"/>
            </a:xfrm>
            <a:prstGeom prst="rect">
              <a:avLst/>
            </a:prstGeom>
            <a:noFill/>
            <a:ln>
              <a:noFill/>
            </a:ln>
          </p:spPr>
        </p:pic>
      </p:grpSp>
      <p:grpSp>
        <p:nvGrpSpPr>
          <p:cNvPr id="414" name="Google Shape;414;p49"/>
          <p:cNvGrpSpPr/>
          <p:nvPr/>
        </p:nvGrpSpPr>
        <p:grpSpPr>
          <a:xfrm>
            <a:off x="5056055" y="1889224"/>
            <a:ext cx="1755221" cy="1748947"/>
            <a:chOff x="6741407" y="2518965"/>
            <a:chExt cx="2340294" cy="2331929"/>
          </a:xfrm>
        </p:grpSpPr>
        <p:sp>
          <p:nvSpPr>
            <p:cNvPr id="415" name="Google Shape;415;p49"/>
            <p:cNvSpPr/>
            <p:nvPr/>
          </p:nvSpPr>
          <p:spPr>
            <a:xfrm>
              <a:off x="6741407" y="2518965"/>
              <a:ext cx="2340294" cy="2331929"/>
            </a:xfrm>
            <a:custGeom>
              <a:rect b="b" l="l" r="r" t="t"/>
              <a:pathLst>
                <a:path extrusionOk="0" h="196" w="197">
                  <a:moveTo>
                    <a:pt x="195" y="108"/>
                  </a:moveTo>
                  <a:cubicBezTo>
                    <a:pt x="189" y="107"/>
                    <a:pt x="189" y="107"/>
                    <a:pt x="189" y="107"/>
                  </a:cubicBezTo>
                  <a:cubicBezTo>
                    <a:pt x="190" y="102"/>
                    <a:pt x="190" y="97"/>
                    <a:pt x="189" y="92"/>
                  </a:cubicBezTo>
                  <a:cubicBezTo>
                    <a:pt x="195" y="91"/>
                    <a:pt x="195" y="91"/>
                    <a:pt x="195" y="91"/>
                  </a:cubicBezTo>
                  <a:cubicBezTo>
                    <a:pt x="197" y="90"/>
                    <a:pt x="197" y="89"/>
                    <a:pt x="197" y="88"/>
                  </a:cubicBezTo>
                  <a:cubicBezTo>
                    <a:pt x="197" y="85"/>
                    <a:pt x="197" y="83"/>
                    <a:pt x="196" y="80"/>
                  </a:cubicBezTo>
                  <a:cubicBezTo>
                    <a:pt x="196" y="79"/>
                    <a:pt x="195" y="78"/>
                    <a:pt x="194" y="78"/>
                  </a:cubicBezTo>
                  <a:cubicBezTo>
                    <a:pt x="194" y="78"/>
                    <a:pt x="194" y="78"/>
                    <a:pt x="194" y="78"/>
                  </a:cubicBezTo>
                  <a:cubicBezTo>
                    <a:pt x="187" y="79"/>
                    <a:pt x="187" y="79"/>
                    <a:pt x="187" y="79"/>
                  </a:cubicBezTo>
                  <a:cubicBezTo>
                    <a:pt x="186" y="74"/>
                    <a:pt x="185" y="69"/>
                    <a:pt x="183" y="64"/>
                  </a:cubicBezTo>
                  <a:cubicBezTo>
                    <a:pt x="188" y="61"/>
                    <a:pt x="188" y="61"/>
                    <a:pt x="188" y="61"/>
                  </a:cubicBezTo>
                  <a:cubicBezTo>
                    <a:pt x="189" y="61"/>
                    <a:pt x="190" y="59"/>
                    <a:pt x="189" y="58"/>
                  </a:cubicBezTo>
                  <a:cubicBezTo>
                    <a:pt x="188" y="56"/>
                    <a:pt x="187" y="53"/>
                    <a:pt x="186" y="51"/>
                  </a:cubicBezTo>
                  <a:cubicBezTo>
                    <a:pt x="185" y="50"/>
                    <a:pt x="184" y="49"/>
                    <a:pt x="184" y="49"/>
                  </a:cubicBezTo>
                  <a:cubicBezTo>
                    <a:pt x="183" y="49"/>
                    <a:pt x="183" y="50"/>
                    <a:pt x="183" y="50"/>
                  </a:cubicBezTo>
                  <a:cubicBezTo>
                    <a:pt x="177" y="52"/>
                    <a:pt x="177" y="52"/>
                    <a:pt x="177" y="52"/>
                  </a:cubicBezTo>
                  <a:cubicBezTo>
                    <a:pt x="174" y="48"/>
                    <a:pt x="171" y="44"/>
                    <a:pt x="168" y="40"/>
                  </a:cubicBezTo>
                  <a:cubicBezTo>
                    <a:pt x="172" y="35"/>
                    <a:pt x="172" y="35"/>
                    <a:pt x="172" y="35"/>
                  </a:cubicBezTo>
                  <a:cubicBezTo>
                    <a:pt x="173" y="35"/>
                    <a:pt x="173" y="33"/>
                    <a:pt x="173" y="32"/>
                  </a:cubicBezTo>
                  <a:cubicBezTo>
                    <a:pt x="171" y="30"/>
                    <a:pt x="169" y="28"/>
                    <a:pt x="167" y="26"/>
                  </a:cubicBezTo>
                  <a:cubicBezTo>
                    <a:pt x="166" y="26"/>
                    <a:pt x="166" y="26"/>
                    <a:pt x="165" y="26"/>
                  </a:cubicBezTo>
                  <a:cubicBezTo>
                    <a:pt x="164" y="26"/>
                    <a:pt x="164" y="26"/>
                    <a:pt x="163" y="26"/>
                  </a:cubicBezTo>
                  <a:cubicBezTo>
                    <a:pt x="159" y="30"/>
                    <a:pt x="159" y="30"/>
                    <a:pt x="159" y="30"/>
                  </a:cubicBezTo>
                  <a:cubicBezTo>
                    <a:pt x="155" y="27"/>
                    <a:pt x="151" y="24"/>
                    <a:pt x="147" y="21"/>
                  </a:cubicBezTo>
                  <a:cubicBezTo>
                    <a:pt x="150" y="16"/>
                    <a:pt x="150" y="16"/>
                    <a:pt x="150" y="16"/>
                  </a:cubicBezTo>
                  <a:cubicBezTo>
                    <a:pt x="150" y="15"/>
                    <a:pt x="150" y="13"/>
                    <a:pt x="149" y="13"/>
                  </a:cubicBezTo>
                  <a:cubicBezTo>
                    <a:pt x="146" y="12"/>
                    <a:pt x="144" y="10"/>
                    <a:pt x="141" y="9"/>
                  </a:cubicBezTo>
                  <a:cubicBezTo>
                    <a:pt x="141" y="9"/>
                    <a:pt x="140" y="9"/>
                    <a:pt x="140" y="9"/>
                  </a:cubicBezTo>
                  <a:cubicBezTo>
                    <a:pt x="139" y="9"/>
                    <a:pt x="139" y="9"/>
                    <a:pt x="138" y="10"/>
                  </a:cubicBezTo>
                  <a:cubicBezTo>
                    <a:pt x="135" y="15"/>
                    <a:pt x="135" y="15"/>
                    <a:pt x="135" y="15"/>
                  </a:cubicBezTo>
                  <a:cubicBezTo>
                    <a:pt x="133" y="14"/>
                    <a:pt x="130" y="13"/>
                    <a:pt x="128" y="13"/>
                  </a:cubicBezTo>
                  <a:cubicBezTo>
                    <a:pt x="126" y="12"/>
                    <a:pt x="123" y="11"/>
                    <a:pt x="121" y="10"/>
                  </a:cubicBezTo>
                  <a:cubicBezTo>
                    <a:pt x="122" y="4"/>
                    <a:pt x="122" y="4"/>
                    <a:pt x="122" y="4"/>
                  </a:cubicBezTo>
                  <a:cubicBezTo>
                    <a:pt x="122" y="3"/>
                    <a:pt x="121" y="2"/>
                    <a:pt x="120" y="2"/>
                  </a:cubicBezTo>
                  <a:cubicBezTo>
                    <a:pt x="117" y="1"/>
                    <a:pt x="114" y="1"/>
                    <a:pt x="111" y="0"/>
                  </a:cubicBezTo>
                  <a:cubicBezTo>
                    <a:pt x="111" y="0"/>
                    <a:pt x="111" y="0"/>
                    <a:pt x="111" y="0"/>
                  </a:cubicBezTo>
                  <a:cubicBezTo>
                    <a:pt x="110" y="0"/>
                    <a:pt x="109" y="1"/>
                    <a:pt x="109" y="2"/>
                  </a:cubicBezTo>
                  <a:cubicBezTo>
                    <a:pt x="108" y="8"/>
                    <a:pt x="108" y="8"/>
                    <a:pt x="108" y="8"/>
                  </a:cubicBezTo>
                  <a:cubicBezTo>
                    <a:pt x="105" y="8"/>
                    <a:pt x="102" y="8"/>
                    <a:pt x="98" y="8"/>
                  </a:cubicBezTo>
                  <a:cubicBezTo>
                    <a:pt x="98" y="9"/>
                    <a:pt x="98" y="9"/>
                    <a:pt x="98" y="9"/>
                  </a:cubicBezTo>
                  <a:cubicBezTo>
                    <a:pt x="98" y="9"/>
                    <a:pt x="98" y="9"/>
                    <a:pt x="98" y="9"/>
                  </a:cubicBezTo>
                  <a:cubicBezTo>
                    <a:pt x="98" y="8"/>
                    <a:pt x="98" y="8"/>
                    <a:pt x="98" y="8"/>
                  </a:cubicBezTo>
                  <a:cubicBezTo>
                    <a:pt x="98" y="8"/>
                    <a:pt x="98" y="8"/>
                    <a:pt x="98" y="8"/>
                  </a:cubicBezTo>
                  <a:cubicBezTo>
                    <a:pt x="96" y="8"/>
                    <a:pt x="95" y="8"/>
                    <a:pt x="93" y="8"/>
                  </a:cubicBezTo>
                  <a:cubicBezTo>
                    <a:pt x="92" y="2"/>
                    <a:pt x="92" y="2"/>
                    <a:pt x="92" y="2"/>
                  </a:cubicBezTo>
                  <a:cubicBezTo>
                    <a:pt x="91" y="1"/>
                    <a:pt x="90" y="0"/>
                    <a:pt x="89" y="0"/>
                  </a:cubicBezTo>
                  <a:cubicBezTo>
                    <a:pt x="89" y="0"/>
                    <a:pt x="89" y="0"/>
                    <a:pt x="89" y="0"/>
                  </a:cubicBezTo>
                  <a:cubicBezTo>
                    <a:pt x="86" y="0"/>
                    <a:pt x="83" y="0"/>
                    <a:pt x="81" y="1"/>
                  </a:cubicBezTo>
                  <a:cubicBezTo>
                    <a:pt x="79" y="1"/>
                    <a:pt x="79" y="2"/>
                    <a:pt x="79" y="3"/>
                  </a:cubicBezTo>
                  <a:cubicBezTo>
                    <a:pt x="80" y="10"/>
                    <a:pt x="80" y="10"/>
                    <a:pt x="80" y="10"/>
                  </a:cubicBezTo>
                  <a:cubicBezTo>
                    <a:pt x="75" y="11"/>
                    <a:pt x="70" y="12"/>
                    <a:pt x="65" y="14"/>
                  </a:cubicBezTo>
                  <a:cubicBezTo>
                    <a:pt x="62" y="8"/>
                    <a:pt x="62" y="8"/>
                    <a:pt x="62" y="8"/>
                  </a:cubicBezTo>
                  <a:cubicBezTo>
                    <a:pt x="62" y="8"/>
                    <a:pt x="61" y="7"/>
                    <a:pt x="60" y="7"/>
                  </a:cubicBezTo>
                  <a:cubicBezTo>
                    <a:pt x="60" y="7"/>
                    <a:pt x="59" y="7"/>
                    <a:pt x="59" y="7"/>
                  </a:cubicBezTo>
                  <a:cubicBezTo>
                    <a:pt x="57" y="8"/>
                    <a:pt x="54" y="10"/>
                    <a:pt x="52" y="11"/>
                  </a:cubicBezTo>
                  <a:cubicBezTo>
                    <a:pt x="50" y="12"/>
                    <a:pt x="50" y="13"/>
                    <a:pt x="51" y="14"/>
                  </a:cubicBezTo>
                  <a:cubicBezTo>
                    <a:pt x="53" y="20"/>
                    <a:pt x="53" y="20"/>
                    <a:pt x="53" y="20"/>
                  </a:cubicBezTo>
                  <a:cubicBezTo>
                    <a:pt x="49" y="22"/>
                    <a:pt x="45" y="25"/>
                    <a:pt x="41" y="28"/>
                  </a:cubicBezTo>
                  <a:cubicBezTo>
                    <a:pt x="36" y="24"/>
                    <a:pt x="36" y="24"/>
                    <a:pt x="36" y="24"/>
                  </a:cubicBezTo>
                  <a:cubicBezTo>
                    <a:pt x="36" y="24"/>
                    <a:pt x="35" y="23"/>
                    <a:pt x="35" y="23"/>
                  </a:cubicBezTo>
                  <a:cubicBezTo>
                    <a:pt x="34" y="23"/>
                    <a:pt x="33" y="24"/>
                    <a:pt x="33" y="24"/>
                  </a:cubicBezTo>
                  <a:cubicBezTo>
                    <a:pt x="31" y="26"/>
                    <a:pt x="29" y="28"/>
                    <a:pt x="27" y="30"/>
                  </a:cubicBezTo>
                  <a:cubicBezTo>
                    <a:pt x="26" y="31"/>
                    <a:pt x="26" y="32"/>
                    <a:pt x="27" y="33"/>
                  </a:cubicBezTo>
                  <a:cubicBezTo>
                    <a:pt x="31" y="38"/>
                    <a:pt x="31" y="38"/>
                    <a:pt x="31" y="38"/>
                  </a:cubicBezTo>
                  <a:cubicBezTo>
                    <a:pt x="28" y="41"/>
                    <a:pt x="25" y="45"/>
                    <a:pt x="22" y="50"/>
                  </a:cubicBezTo>
                  <a:cubicBezTo>
                    <a:pt x="16" y="47"/>
                    <a:pt x="16" y="47"/>
                    <a:pt x="16" y="47"/>
                  </a:cubicBezTo>
                  <a:cubicBezTo>
                    <a:pt x="16" y="47"/>
                    <a:pt x="16" y="47"/>
                    <a:pt x="15" y="47"/>
                  </a:cubicBezTo>
                  <a:cubicBezTo>
                    <a:pt x="14" y="47"/>
                    <a:pt x="14" y="47"/>
                    <a:pt x="13" y="48"/>
                  </a:cubicBezTo>
                  <a:cubicBezTo>
                    <a:pt x="12" y="50"/>
                    <a:pt x="11" y="53"/>
                    <a:pt x="9" y="55"/>
                  </a:cubicBezTo>
                  <a:cubicBezTo>
                    <a:pt x="9" y="56"/>
                    <a:pt x="9" y="58"/>
                    <a:pt x="10" y="58"/>
                  </a:cubicBezTo>
                  <a:cubicBezTo>
                    <a:pt x="16" y="61"/>
                    <a:pt x="16" y="61"/>
                    <a:pt x="16" y="61"/>
                  </a:cubicBezTo>
                  <a:cubicBezTo>
                    <a:pt x="15" y="64"/>
                    <a:pt x="14" y="66"/>
                    <a:pt x="13" y="69"/>
                  </a:cubicBezTo>
                  <a:cubicBezTo>
                    <a:pt x="12" y="71"/>
                    <a:pt x="11" y="73"/>
                    <a:pt x="11" y="76"/>
                  </a:cubicBezTo>
                  <a:cubicBezTo>
                    <a:pt x="5" y="75"/>
                    <a:pt x="5" y="75"/>
                    <a:pt x="5" y="75"/>
                  </a:cubicBezTo>
                  <a:cubicBezTo>
                    <a:pt x="4" y="75"/>
                    <a:pt x="4" y="75"/>
                    <a:pt x="4" y="75"/>
                  </a:cubicBezTo>
                  <a:cubicBezTo>
                    <a:pt x="3" y="75"/>
                    <a:pt x="2" y="76"/>
                    <a:pt x="2" y="77"/>
                  </a:cubicBezTo>
                  <a:cubicBezTo>
                    <a:pt x="1" y="80"/>
                    <a:pt x="1" y="82"/>
                    <a:pt x="0" y="85"/>
                  </a:cubicBezTo>
                  <a:cubicBezTo>
                    <a:pt x="0" y="86"/>
                    <a:pt x="1" y="87"/>
                    <a:pt x="2" y="88"/>
                  </a:cubicBezTo>
                  <a:cubicBezTo>
                    <a:pt x="8" y="89"/>
                    <a:pt x="8" y="89"/>
                    <a:pt x="8" y="89"/>
                  </a:cubicBezTo>
                  <a:cubicBezTo>
                    <a:pt x="8" y="94"/>
                    <a:pt x="8" y="99"/>
                    <a:pt x="8" y="104"/>
                  </a:cubicBezTo>
                  <a:cubicBezTo>
                    <a:pt x="2" y="105"/>
                    <a:pt x="2" y="105"/>
                    <a:pt x="2" y="105"/>
                  </a:cubicBezTo>
                  <a:cubicBezTo>
                    <a:pt x="1" y="105"/>
                    <a:pt x="0" y="106"/>
                    <a:pt x="0" y="108"/>
                  </a:cubicBezTo>
                  <a:cubicBezTo>
                    <a:pt x="1" y="110"/>
                    <a:pt x="1" y="113"/>
                    <a:pt x="1" y="116"/>
                  </a:cubicBezTo>
                  <a:cubicBezTo>
                    <a:pt x="2" y="117"/>
                    <a:pt x="3" y="118"/>
                    <a:pt x="4" y="118"/>
                  </a:cubicBezTo>
                  <a:cubicBezTo>
                    <a:pt x="4" y="118"/>
                    <a:pt x="4" y="118"/>
                    <a:pt x="4" y="118"/>
                  </a:cubicBezTo>
                  <a:cubicBezTo>
                    <a:pt x="10" y="117"/>
                    <a:pt x="10" y="117"/>
                    <a:pt x="10" y="117"/>
                  </a:cubicBezTo>
                  <a:cubicBezTo>
                    <a:pt x="11" y="122"/>
                    <a:pt x="13" y="127"/>
                    <a:pt x="15" y="132"/>
                  </a:cubicBezTo>
                  <a:cubicBezTo>
                    <a:pt x="9" y="135"/>
                    <a:pt x="9" y="135"/>
                    <a:pt x="9" y="135"/>
                  </a:cubicBezTo>
                  <a:cubicBezTo>
                    <a:pt x="8" y="135"/>
                    <a:pt x="8" y="136"/>
                    <a:pt x="8" y="138"/>
                  </a:cubicBezTo>
                  <a:cubicBezTo>
                    <a:pt x="9" y="140"/>
                    <a:pt x="11" y="143"/>
                    <a:pt x="12" y="145"/>
                  </a:cubicBezTo>
                  <a:cubicBezTo>
                    <a:pt x="12" y="146"/>
                    <a:pt x="13" y="146"/>
                    <a:pt x="14" y="146"/>
                  </a:cubicBezTo>
                  <a:cubicBezTo>
                    <a:pt x="14" y="146"/>
                    <a:pt x="15" y="146"/>
                    <a:pt x="15" y="146"/>
                  </a:cubicBezTo>
                  <a:cubicBezTo>
                    <a:pt x="21" y="144"/>
                    <a:pt x="21" y="144"/>
                    <a:pt x="21" y="144"/>
                  </a:cubicBezTo>
                  <a:cubicBezTo>
                    <a:pt x="23" y="148"/>
                    <a:pt x="26" y="152"/>
                    <a:pt x="29" y="156"/>
                  </a:cubicBezTo>
                  <a:cubicBezTo>
                    <a:pt x="25" y="160"/>
                    <a:pt x="25" y="160"/>
                    <a:pt x="25" y="160"/>
                  </a:cubicBezTo>
                  <a:cubicBezTo>
                    <a:pt x="24" y="161"/>
                    <a:pt x="24" y="163"/>
                    <a:pt x="25" y="163"/>
                  </a:cubicBezTo>
                  <a:cubicBezTo>
                    <a:pt x="27" y="166"/>
                    <a:pt x="29" y="168"/>
                    <a:pt x="31" y="170"/>
                  </a:cubicBezTo>
                  <a:cubicBezTo>
                    <a:pt x="31" y="170"/>
                    <a:pt x="32" y="170"/>
                    <a:pt x="33" y="170"/>
                  </a:cubicBezTo>
                  <a:cubicBezTo>
                    <a:pt x="33" y="170"/>
                    <a:pt x="34" y="170"/>
                    <a:pt x="34" y="170"/>
                  </a:cubicBezTo>
                  <a:cubicBezTo>
                    <a:pt x="39" y="165"/>
                    <a:pt x="39" y="165"/>
                    <a:pt x="39" y="165"/>
                  </a:cubicBezTo>
                  <a:cubicBezTo>
                    <a:pt x="42" y="169"/>
                    <a:pt x="47" y="172"/>
                    <a:pt x="51" y="174"/>
                  </a:cubicBezTo>
                  <a:cubicBezTo>
                    <a:pt x="48" y="180"/>
                    <a:pt x="48" y="180"/>
                    <a:pt x="48" y="180"/>
                  </a:cubicBezTo>
                  <a:cubicBezTo>
                    <a:pt x="48" y="181"/>
                    <a:pt x="48" y="182"/>
                    <a:pt x="49" y="183"/>
                  </a:cubicBezTo>
                  <a:cubicBezTo>
                    <a:pt x="51" y="184"/>
                    <a:pt x="54" y="186"/>
                    <a:pt x="57" y="187"/>
                  </a:cubicBezTo>
                  <a:cubicBezTo>
                    <a:pt x="57" y="187"/>
                    <a:pt x="57" y="187"/>
                    <a:pt x="58" y="187"/>
                  </a:cubicBezTo>
                  <a:cubicBezTo>
                    <a:pt x="58" y="187"/>
                    <a:pt x="59" y="187"/>
                    <a:pt x="59" y="186"/>
                  </a:cubicBezTo>
                  <a:cubicBezTo>
                    <a:pt x="63" y="181"/>
                    <a:pt x="63" y="181"/>
                    <a:pt x="63" y="181"/>
                  </a:cubicBezTo>
                  <a:cubicBezTo>
                    <a:pt x="65" y="182"/>
                    <a:pt x="67" y="182"/>
                    <a:pt x="70" y="183"/>
                  </a:cubicBezTo>
                  <a:cubicBezTo>
                    <a:pt x="72" y="184"/>
                    <a:pt x="74" y="185"/>
                    <a:pt x="77" y="185"/>
                  </a:cubicBezTo>
                  <a:cubicBezTo>
                    <a:pt x="76" y="192"/>
                    <a:pt x="76" y="192"/>
                    <a:pt x="76" y="192"/>
                  </a:cubicBezTo>
                  <a:cubicBezTo>
                    <a:pt x="76" y="193"/>
                    <a:pt x="76" y="194"/>
                    <a:pt x="78" y="194"/>
                  </a:cubicBezTo>
                  <a:cubicBezTo>
                    <a:pt x="81" y="195"/>
                    <a:pt x="83" y="195"/>
                    <a:pt x="86" y="196"/>
                  </a:cubicBezTo>
                  <a:cubicBezTo>
                    <a:pt x="86" y="196"/>
                    <a:pt x="86" y="196"/>
                    <a:pt x="86" y="196"/>
                  </a:cubicBezTo>
                  <a:cubicBezTo>
                    <a:pt x="87" y="196"/>
                    <a:pt x="88" y="195"/>
                    <a:pt x="89" y="194"/>
                  </a:cubicBezTo>
                  <a:cubicBezTo>
                    <a:pt x="90" y="188"/>
                    <a:pt x="90" y="188"/>
                    <a:pt x="90" y="188"/>
                  </a:cubicBezTo>
                  <a:cubicBezTo>
                    <a:pt x="93" y="188"/>
                    <a:pt x="96" y="188"/>
                    <a:pt x="99" y="188"/>
                  </a:cubicBezTo>
                  <a:cubicBezTo>
                    <a:pt x="101" y="188"/>
                    <a:pt x="103" y="188"/>
                    <a:pt x="105" y="188"/>
                  </a:cubicBezTo>
                  <a:cubicBezTo>
                    <a:pt x="106" y="194"/>
                    <a:pt x="106" y="194"/>
                    <a:pt x="106" y="194"/>
                  </a:cubicBezTo>
                  <a:cubicBezTo>
                    <a:pt x="106" y="195"/>
                    <a:pt x="107" y="196"/>
                    <a:pt x="108" y="196"/>
                  </a:cubicBezTo>
                  <a:cubicBezTo>
                    <a:pt x="108" y="196"/>
                    <a:pt x="108" y="196"/>
                    <a:pt x="108" y="196"/>
                  </a:cubicBezTo>
                  <a:cubicBezTo>
                    <a:pt x="111" y="196"/>
                    <a:pt x="114" y="195"/>
                    <a:pt x="117" y="195"/>
                  </a:cubicBezTo>
                  <a:cubicBezTo>
                    <a:pt x="118" y="195"/>
                    <a:pt x="119" y="194"/>
                    <a:pt x="119" y="192"/>
                  </a:cubicBezTo>
                  <a:cubicBezTo>
                    <a:pt x="118" y="186"/>
                    <a:pt x="118" y="186"/>
                    <a:pt x="118" y="186"/>
                  </a:cubicBezTo>
                  <a:cubicBezTo>
                    <a:pt x="123" y="185"/>
                    <a:pt x="128" y="184"/>
                    <a:pt x="133" y="182"/>
                  </a:cubicBezTo>
                  <a:cubicBezTo>
                    <a:pt x="135" y="187"/>
                    <a:pt x="135" y="187"/>
                    <a:pt x="135" y="187"/>
                  </a:cubicBezTo>
                  <a:cubicBezTo>
                    <a:pt x="136" y="188"/>
                    <a:pt x="137" y="189"/>
                    <a:pt x="137" y="189"/>
                  </a:cubicBezTo>
                  <a:cubicBezTo>
                    <a:pt x="138" y="189"/>
                    <a:pt x="138" y="189"/>
                    <a:pt x="138" y="188"/>
                  </a:cubicBezTo>
                  <a:cubicBezTo>
                    <a:pt x="141" y="187"/>
                    <a:pt x="143" y="186"/>
                    <a:pt x="146" y="185"/>
                  </a:cubicBezTo>
                  <a:cubicBezTo>
                    <a:pt x="147" y="184"/>
                    <a:pt x="148" y="183"/>
                    <a:pt x="147" y="182"/>
                  </a:cubicBezTo>
                  <a:cubicBezTo>
                    <a:pt x="144" y="176"/>
                    <a:pt x="144" y="176"/>
                    <a:pt x="144" y="176"/>
                  </a:cubicBezTo>
                  <a:cubicBezTo>
                    <a:pt x="149" y="174"/>
                    <a:pt x="153" y="171"/>
                    <a:pt x="157" y="167"/>
                  </a:cubicBezTo>
                  <a:cubicBezTo>
                    <a:pt x="161" y="172"/>
                    <a:pt x="161" y="172"/>
                    <a:pt x="161" y="172"/>
                  </a:cubicBezTo>
                  <a:cubicBezTo>
                    <a:pt x="162" y="172"/>
                    <a:pt x="162" y="172"/>
                    <a:pt x="163" y="172"/>
                  </a:cubicBezTo>
                  <a:cubicBezTo>
                    <a:pt x="164" y="172"/>
                    <a:pt x="164" y="172"/>
                    <a:pt x="165" y="172"/>
                  </a:cubicBezTo>
                  <a:cubicBezTo>
                    <a:pt x="167" y="170"/>
                    <a:pt x="169" y="168"/>
                    <a:pt x="171" y="166"/>
                  </a:cubicBezTo>
                  <a:cubicBezTo>
                    <a:pt x="172" y="165"/>
                    <a:pt x="172" y="164"/>
                    <a:pt x="171" y="163"/>
                  </a:cubicBezTo>
                  <a:cubicBezTo>
                    <a:pt x="166" y="158"/>
                    <a:pt x="166" y="158"/>
                    <a:pt x="166" y="158"/>
                  </a:cubicBezTo>
                  <a:cubicBezTo>
                    <a:pt x="170" y="155"/>
                    <a:pt x="173" y="150"/>
                    <a:pt x="176" y="146"/>
                  </a:cubicBezTo>
                  <a:cubicBezTo>
                    <a:pt x="181" y="149"/>
                    <a:pt x="181" y="149"/>
                    <a:pt x="181" y="149"/>
                  </a:cubicBezTo>
                  <a:cubicBezTo>
                    <a:pt x="182" y="149"/>
                    <a:pt x="182" y="149"/>
                    <a:pt x="182" y="149"/>
                  </a:cubicBezTo>
                  <a:cubicBezTo>
                    <a:pt x="183" y="149"/>
                    <a:pt x="184" y="149"/>
                    <a:pt x="184" y="148"/>
                  </a:cubicBezTo>
                  <a:cubicBezTo>
                    <a:pt x="186" y="146"/>
                    <a:pt x="187" y="143"/>
                    <a:pt x="188" y="140"/>
                  </a:cubicBezTo>
                  <a:cubicBezTo>
                    <a:pt x="189" y="139"/>
                    <a:pt x="188" y="138"/>
                    <a:pt x="187" y="138"/>
                  </a:cubicBezTo>
                  <a:cubicBezTo>
                    <a:pt x="182" y="134"/>
                    <a:pt x="182" y="134"/>
                    <a:pt x="182" y="134"/>
                  </a:cubicBezTo>
                  <a:cubicBezTo>
                    <a:pt x="183" y="132"/>
                    <a:pt x="184" y="130"/>
                    <a:pt x="185" y="127"/>
                  </a:cubicBezTo>
                  <a:cubicBezTo>
                    <a:pt x="186" y="125"/>
                    <a:pt x="186" y="122"/>
                    <a:pt x="187" y="120"/>
                  </a:cubicBezTo>
                  <a:cubicBezTo>
                    <a:pt x="193" y="121"/>
                    <a:pt x="193" y="121"/>
                    <a:pt x="193" y="121"/>
                  </a:cubicBezTo>
                  <a:cubicBezTo>
                    <a:pt x="193" y="121"/>
                    <a:pt x="193" y="121"/>
                    <a:pt x="193" y="121"/>
                  </a:cubicBezTo>
                  <a:cubicBezTo>
                    <a:pt x="194" y="121"/>
                    <a:pt x="195" y="120"/>
                    <a:pt x="196" y="119"/>
                  </a:cubicBezTo>
                  <a:cubicBezTo>
                    <a:pt x="196" y="116"/>
                    <a:pt x="197" y="113"/>
                    <a:pt x="197" y="111"/>
                  </a:cubicBezTo>
                  <a:cubicBezTo>
                    <a:pt x="197" y="110"/>
                    <a:pt x="196" y="108"/>
                    <a:pt x="195" y="108"/>
                  </a:cubicBezTo>
                  <a:close/>
                </a:path>
              </a:pathLst>
            </a:custGeom>
            <a:solidFill>
              <a:schemeClr val="accent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lbert Sans Light"/>
                <a:ea typeface="Albert Sans Light"/>
                <a:cs typeface="Albert Sans Light"/>
                <a:sym typeface="Albert Sans Light"/>
              </a:endParaRPr>
            </a:p>
          </p:txBody>
        </p:sp>
        <p:pic>
          <p:nvPicPr>
            <p:cNvPr id="416" name="Google Shape;416;p49"/>
            <p:cNvPicPr preferRelativeResize="0"/>
            <p:nvPr/>
          </p:nvPicPr>
          <p:blipFill rotWithShape="1">
            <a:blip r:embed="rId6">
              <a:alphaModFix/>
            </a:blip>
            <a:srcRect b="0" l="0" r="0" t="0"/>
            <a:stretch/>
          </p:blipFill>
          <p:spPr>
            <a:xfrm>
              <a:off x="7774394" y="3547769"/>
              <a:ext cx="274320" cy="274320"/>
            </a:xfrm>
            <a:prstGeom prst="rect">
              <a:avLst/>
            </a:prstGeom>
            <a:noFill/>
            <a:ln>
              <a:noFill/>
            </a:ln>
          </p:spPr>
        </p:pic>
      </p:grpSp>
      <p:grpSp>
        <p:nvGrpSpPr>
          <p:cNvPr id="417" name="Google Shape;417;p49"/>
          <p:cNvGrpSpPr/>
          <p:nvPr/>
        </p:nvGrpSpPr>
        <p:grpSpPr>
          <a:xfrm>
            <a:off x="2332724" y="2334799"/>
            <a:ext cx="1755221" cy="1740164"/>
            <a:chOff x="3110299" y="3113065"/>
            <a:chExt cx="2340294" cy="2320219"/>
          </a:xfrm>
        </p:grpSpPr>
        <p:sp>
          <p:nvSpPr>
            <p:cNvPr id="418" name="Google Shape;418;p49"/>
            <p:cNvSpPr/>
            <p:nvPr/>
          </p:nvSpPr>
          <p:spPr>
            <a:xfrm>
              <a:off x="3110299" y="3113065"/>
              <a:ext cx="2340294" cy="2320219"/>
            </a:xfrm>
            <a:custGeom>
              <a:rect b="b" l="l" r="r" t="t"/>
              <a:pathLst>
                <a:path extrusionOk="0" h="195" w="197">
                  <a:moveTo>
                    <a:pt x="195" y="106"/>
                  </a:moveTo>
                  <a:cubicBezTo>
                    <a:pt x="189" y="105"/>
                    <a:pt x="189" y="105"/>
                    <a:pt x="189" y="105"/>
                  </a:cubicBezTo>
                  <a:cubicBezTo>
                    <a:pt x="189" y="103"/>
                    <a:pt x="190" y="100"/>
                    <a:pt x="190" y="97"/>
                  </a:cubicBezTo>
                  <a:cubicBezTo>
                    <a:pt x="190" y="95"/>
                    <a:pt x="189" y="92"/>
                    <a:pt x="189" y="90"/>
                  </a:cubicBezTo>
                  <a:cubicBezTo>
                    <a:pt x="195" y="89"/>
                    <a:pt x="195" y="89"/>
                    <a:pt x="195" y="89"/>
                  </a:cubicBezTo>
                  <a:cubicBezTo>
                    <a:pt x="197" y="88"/>
                    <a:pt x="197" y="87"/>
                    <a:pt x="197" y="86"/>
                  </a:cubicBezTo>
                  <a:cubicBezTo>
                    <a:pt x="197" y="83"/>
                    <a:pt x="196" y="80"/>
                    <a:pt x="196" y="78"/>
                  </a:cubicBezTo>
                  <a:cubicBezTo>
                    <a:pt x="196" y="77"/>
                    <a:pt x="195" y="76"/>
                    <a:pt x="194" y="76"/>
                  </a:cubicBezTo>
                  <a:cubicBezTo>
                    <a:pt x="194" y="76"/>
                    <a:pt x="194" y="76"/>
                    <a:pt x="193" y="76"/>
                  </a:cubicBezTo>
                  <a:cubicBezTo>
                    <a:pt x="187" y="77"/>
                    <a:pt x="187" y="77"/>
                    <a:pt x="187" y="77"/>
                  </a:cubicBezTo>
                  <a:cubicBezTo>
                    <a:pt x="186" y="72"/>
                    <a:pt x="184" y="67"/>
                    <a:pt x="182" y="62"/>
                  </a:cubicBezTo>
                  <a:cubicBezTo>
                    <a:pt x="188" y="59"/>
                    <a:pt x="188" y="59"/>
                    <a:pt x="188" y="59"/>
                  </a:cubicBezTo>
                  <a:cubicBezTo>
                    <a:pt x="189" y="59"/>
                    <a:pt x="189" y="57"/>
                    <a:pt x="189" y="56"/>
                  </a:cubicBezTo>
                  <a:cubicBezTo>
                    <a:pt x="188" y="54"/>
                    <a:pt x="186" y="51"/>
                    <a:pt x="185" y="49"/>
                  </a:cubicBezTo>
                  <a:cubicBezTo>
                    <a:pt x="185" y="48"/>
                    <a:pt x="184" y="48"/>
                    <a:pt x="183" y="48"/>
                  </a:cubicBezTo>
                  <a:cubicBezTo>
                    <a:pt x="183" y="48"/>
                    <a:pt x="182" y="48"/>
                    <a:pt x="182" y="48"/>
                  </a:cubicBezTo>
                  <a:cubicBezTo>
                    <a:pt x="176" y="50"/>
                    <a:pt x="176" y="50"/>
                    <a:pt x="176" y="50"/>
                  </a:cubicBezTo>
                  <a:cubicBezTo>
                    <a:pt x="174" y="46"/>
                    <a:pt x="171" y="42"/>
                    <a:pt x="167" y="38"/>
                  </a:cubicBezTo>
                  <a:cubicBezTo>
                    <a:pt x="172" y="34"/>
                    <a:pt x="172" y="34"/>
                    <a:pt x="172" y="34"/>
                  </a:cubicBezTo>
                  <a:cubicBezTo>
                    <a:pt x="172" y="33"/>
                    <a:pt x="172" y="31"/>
                    <a:pt x="172" y="31"/>
                  </a:cubicBezTo>
                  <a:cubicBezTo>
                    <a:pt x="170" y="28"/>
                    <a:pt x="168" y="26"/>
                    <a:pt x="166" y="25"/>
                  </a:cubicBezTo>
                  <a:cubicBezTo>
                    <a:pt x="165" y="24"/>
                    <a:pt x="165" y="24"/>
                    <a:pt x="164" y="24"/>
                  </a:cubicBezTo>
                  <a:cubicBezTo>
                    <a:pt x="163" y="24"/>
                    <a:pt x="163" y="24"/>
                    <a:pt x="162" y="25"/>
                  </a:cubicBezTo>
                  <a:cubicBezTo>
                    <a:pt x="158" y="29"/>
                    <a:pt x="158" y="29"/>
                    <a:pt x="158" y="29"/>
                  </a:cubicBezTo>
                  <a:cubicBezTo>
                    <a:pt x="154" y="26"/>
                    <a:pt x="150" y="23"/>
                    <a:pt x="146" y="20"/>
                  </a:cubicBezTo>
                  <a:cubicBezTo>
                    <a:pt x="148" y="14"/>
                    <a:pt x="148" y="14"/>
                    <a:pt x="148" y="14"/>
                  </a:cubicBezTo>
                  <a:cubicBezTo>
                    <a:pt x="149" y="13"/>
                    <a:pt x="148" y="12"/>
                    <a:pt x="147" y="12"/>
                  </a:cubicBezTo>
                  <a:cubicBezTo>
                    <a:pt x="145" y="10"/>
                    <a:pt x="142" y="9"/>
                    <a:pt x="140" y="8"/>
                  </a:cubicBezTo>
                  <a:cubicBezTo>
                    <a:pt x="139" y="8"/>
                    <a:pt x="139" y="7"/>
                    <a:pt x="139" y="7"/>
                  </a:cubicBezTo>
                  <a:cubicBezTo>
                    <a:pt x="138" y="7"/>
                    <a:pt x="137" y="8"/>
                    <a:pt x="137" y="9"/>
                  </a:cubicBezTo>
                  <a:cubicBezTo>
                    <a:pt x="134" y="14"/>
                    <a:pt x="134" y="14"/>
                    <a:pt x="134" y="14"/>
                  </a:cubicBezTo>
                  <a:cubicBezTo>
                    <a:pt x="129" y="12"/>
                    <a:pt x="124" y="11"/>
                    <a:pt x="119" y="10"/>
                  </a:cubicBezTo>
                  <a:cubicBezTo>
                    <a:pt x="120" y="3"/>
                    <a:pt x="120" y="3"/>
                    <a:pt x="120" y="3"/>
                  </a:cubicBezTo>
                  <a:cubicBezTo>
                    <a:pt x="120" y="2"/>
                    <a:pt x="120" y="1"/>
                    <a:pt x="118" y="1"/>
                  </a:cubicBezTo>
                  <a:cubicBezTo>
                    <a:pt x="116" y="0"/>
                    <a:pt x="113" y="0"/>
                    <a:pt x="110" y="0"/>
                  </a:cubicBezTo>
                  <a:cubicBezTo>
                    <a:pt x="110" y="0"/>
                    <a:pt x="110" y="0"/>
                    <a:pt x="110" y="0"/>
                  </a:cubicBezTo>
                  <a:cubicBezTo>
                    <a:pt x="109" y="0"/>
                    <a:pt x="108" y="0"/>
                    <a:pt x="107" y="1"/>
                  </a:cubicBezTo>
                  <a:cubicBezTo>
                    <a:pt x="106" y="7"/>
                    <a:pt x="106" y="7"/>
                    <a:pt x="106" y="7"/>
                  </a:cubicBezTo>
                  <a:cubicBezTo>
                    <a:pt x="104" y="7"/>
                    <a:pt x="101" y="7"/>
                    <a:pt x="99" y="7"/>
                  </a:cubicBezTo>
                  <a:cubicBezTo>
                    <a:pt x="96" y="7"/>
                    <a:pt x="94" y="7"/>
                    <a:pt x="91" y="7"/>
                  </a:cubicBezTo>
                  <a:cubicBezTo>
                    <a:pt x="90" y="1"/>
                    <a:pt x="90" y="1"/>
                    <a:pt x="90" y="1"/>
                  </a:cubicBezTo>
                  <a:cubicBezTo>
                    <a:pt x="90" y="0"/>
                    <a:pt x="89" y="0"/>
                    <a:pt x="88" y="0"/>
                  </a:cubicBezTo>
                  <a:cubicBezTo>
                    <a:pt x="88" y="0"/>
                    <a:pt x="88" y="0"/>
                    <a:pt x="88" y="0"/>
                  </a:cubicBezTo>
                  <a:cubicBezTo>
                    <a:pt x="85" y="0"/>
                    <a:pt x="82" y="0"/>
                    <a:pt x="79" y="1"/>
                  </a:cubicBezTo>
                  <a:cubicBezTo>
                    <a:pt x="78" y="1"/>
                    <a:pt x="77" y="2"/>
                    <a:pt x="77" y="3"/>
                  </a:cubicBezTo>
                  <a:cubicBezTo>
                    <a:pt x="78" y="10"/>
                    <a:pt x="78" y="10"/>
                    <a:pt x="78" y="10"/>
                  </a:cubicBezTo>
                  <a:cubicBezTo>
                    <a:pt x="73" y="11"/>
                    <a:pt x="68" y="12"/>
                    <a:pt x="64" y="14"/>
                  </a:cubicBezTo>
                  <a:cubicBezTo>
                    <a:pt x="61" y="9"/>
                    <a:pt x="61" y="9"/>
                    <a:pt x="61" y="9"/>
                  </a:cubicBezTo>
                  <a:cubicBezTo>
                    <a:pt x="60" y="8"/>
                    <a:pt x="60" y="7"/>
                    <a:pt x="59" y="7"/>
                  </a:cubicBezTo>
                  <a:cubicBezTo>
                    <a:pt x="58" y="7"/>
                    <a:pt x="58" y="8"/>
                    <a:pt x="58" y="8"/>
                  </a:cubicBezTo>
                  <a:cubicBezTo>
                    <a:pt x="55" y="9"/>
                    <a:pt x="53" y="10"/>
                    <a:pt x="50" y="12"/>
                  </a:cubicBezTo>
                  <a:cubicBezTo>
                    <a:pt x="49" y="12"/>
                    <a:pt x="49" y="13"/>
                    <a:pt x="49" y="14"/>
                  </a:cubicBezTo>
                  <a:cubicBezTo>
                    <a:pt x="52" y="20"/>
                    <a:pt x="52" y="20"/>
                    <a:pt x="52" y="20"/>
                  </a:cubicBezTo>
                  <a:cubicBezTo>
                    <a:pt x="48" y="23"/>
                    <a:pt x="44" y="26"/>
                    <a:pt x="40" y="29"/>
                  </a:cubicBezTo>
                  <a:cubicBezTo>
                    <a:pt x="35" y="25"/>
                    <a:pt x="35" y="25"/>
                    <a:pt x="35" y="25"/>
                  </a:cubicBezTo>
                  <a:cubicBezTo>
                    <a:pt x="35" y="24"/>
                    <a:pt x="34" y="24"/>
                    <a:pt x="34" y="24"/>
                  </a:cubicBezTo>
                  <a:cubicBezTo>
                    <a:pt x="33" y="24"/>
                    <a:pt x="32" y="24"/>
                    <a:pt x="32" y="25"/>
                  </a:cubicBezTo>
                  <a:cubicBezTo>
                    <a:pt x="30" y="26"/>
                    <a:pt x="28" y="28"/>
                    <a:pt x="26" y="31"/>
                  </a:cubicBezTo>
                  <a:cubicBezTo>
                    <a:pt x="25" y="31"/>
                    <a:pt x="25" y="33"/>
                    <a:pt x="26" y="34"/>
                  </a:cubicBezTo>
                  <a:cubicBezTo>
                    <a:pt x="30" y="38"/>
                    <a:pt x="30" y="38"/>
                    <a:pt x="30" y="38"/>
                  </a:cubicBezTo>
                  <a:cubicBezTo>
                    <a:pt x="27" y="42"/>
                    <a:pt x="24" y="46"/>
                    <a:pt x="21" y="50"/>
                  </a:cubicBezTo>
                  <a:cubicBezTo>
                    <a:pt x="16" y="48"/>
                    <a:pt x="16" y="48"/>
                    <a:pt x="16" y="48"/>
                  </a:cubicBezTo>
                  <a:cubicBezTo>
                    <a:pt x="15" y="48"/>
                    <a:pt x="15" y="48"/>
                    <a:pt x="15" y="48"/>
                  </a:cubicBezTo>
                  <a:cubicBezTo>
                    <a:pt x="14" y="48"/>
                    <a:pt x="13" y="48"/>
                    <a:pt x="13" y="49"/>
                  </a:cubicBezTo>
                  <a:cubicBezTo>
                    <a:pt x="11" y="51"/>
                    <a:pt x="10" y="54"/>
                    <a:pt x="9" y="56"/>
                  </a:cubicBezTo>
                  <a:cubicBezTo>
                    <a:pt x="8" y="57"/>
                    <a:pt x="9" y="59"/>
                    <a:pt x="10" y="59"/>
                  </a:cubicBezTo>
                  <a:cubicBezTo>
                    <a:pt x="15" y="62"/>
                    <a:pt x="15" y="62"/>
                    <a:pt x="15" y="62"/>
                  </a:cubicBezTo>
                  <a:cubicBezTo>
                    <a:pt x="13" y="67"/>
                    <a:pt x="12" y="72"/>
                    <a:pt x="10" y="77"/>
                  </a:cubicBezTo>
                  <a:cubicBezTo>
                    <a:pt x="4" y="76"/>
                    <a:pt x="4" y="76"/>
                    <a:pt x="4" y="76"/>
                  </a:cubicBezTo>
                  <a:cubicBezTo>
                    <a:pt x="4" y="76"/>
                    <a:pt x="4" y="76"/>
                    <a:pt x="4" y="76"/>
                  </a:cubicBezTo>
                  <a:cubicBezTo>
                    <a:pt x="3" y="76"/>
                    <a:pt x="2" y="77"/>
                    <a:pt x="2" y="78"/>
                  </a:cubicBezTo>
                  <a:cubicBezTo>
                    <a:pt x="1" y="80"/>
                    <a:pt x="1" y="83"/>
                    <a:pt x="0" y="86"/>
                  </a:cubicBezTo>
                  <a:cubicBezTo>
                    <a:pt x="0" y="87"/>
                    <a:pt x="1" y="88"/>
                    <a:pt x="2" y="89"/>
                  </a:cubicBezTo>
                  <a:cubicBezTo>
                    <a:pt x="8" y="90"/>
                    <a:pt x="8" y="90"/>
                    <a:pt x="8" y="90"/>
                  </a:cubicBezTo>
                  <a:cubicBezTo>
                    <a:pt x="8" y="92"/>
                    <a:pt x="8" y="95"/>
                    <a:pt x="8" y="97"/>
                  </a:cubicBezTo>
                  <a:cubicBezTo>
                    <a:pt x="8" y="100"/>
                    <a:pt x="8" y="103"/>
                    <a:pt x="8" y="105"/>
                  </a:cubicBezTo>
                  <a:cubicBezTo>
                    <a:pt x="2" y="106"/>
                    <a:pt x="2" y="106"/>
                    <a:pt x="2" y="106"/>
                  </a:cubicBezTo>
                  <a:cubicBezTo>
                    <a:pt x="1" y="106"/>
                    <a:pt x="0" y="107"/>
                    <a:pt x="0" y="109"/>
                  </a:cubicBezTo>
                  <a:cubicBezTo>
                    <a:pt x="1" y="112"/>
                    <a:pt x="1" y="114"/>
                    <a:pt x="2" y="117"/>
                  </a:cubicBezTo>
                  <a:cubicBezTo>
                    <a:pt x="2" y="118"/>
                    <a:pt x="3" y="119"/>
                    <a:pt x="4" y="119"/>
                  </a:cubicBezTo>
                  <a:cubicBezTo>
                    <a:pt x="4" y="119"/>
                    <a:pt x="4" y="119"/>
                    <a:pt x="4" y="119"/>
                  </a:cubicBezTo>
                  <a:cubicBezTo>
                    <a:pt x="10" y="118"/>
                    <a:pt x="10" y="118"/>
                    <a:pt x="10" y="118"/>
                  </a:cubicBezTo>
                  <a:cubicBezTo>
                    <a:pt x="12" y="123"/>
                    <a:pt x="13" y="128"/>
                    <a:pt x="15" y="133"/>
                  </a:cubicBezTo>
                  <a:cubicBezTo>
                    <a:pt x="10" y="136"/>
                    <a:pt x="10" y="136"/>
                    <a:pt x="10" y="136"/>
                  </a:cubicBezTo>
                  <a:cubicBezTo>
                    <a:pt x="9" y="136"/>
                    <a:pt x="8" y="137"/>
                    <a:pt x="9" y="139"/>
                  </a:cubicBezTo>
                  <a:cubicBezTo>
                    <a:pt x="10" y="141"/>
                    <a:pt x="11" y="144"/>
                    <a:pt x="13" y="146"/>
                  </a:cubicBezTo>
                  <a:cubicBezTo>
                    <a:pt x="13" y="147"/>
                    <a:pt x="14" y="147"/>
                    <a:pt x="15" y="147"/>
                  </a:cubicBezTo>
                  <a:cubicBezTo>
                    <a:pt x="15" y="147"/>
                    <a:pt x="15" y="147"/>
                    <a:pt x="16" y="147"/>
                  </a:cubicBezTo>
                  <a:cubicBezTo>
                    <a:pt x="21" y="144"/>
                    <a:pt x="21" y="144"/>
                    <a:pt x="21" y="144"/>
                  </a:cubicBezTo>
                  <a:cubicBezTo>
                    <a:pt x="24" y="149"/>
                    <a:pt x="27" y="153"/>
                    <a:pt x="30" y="157"/>
                  </a:cubicBezTo>
                  <a:cubicBezTo>
                    <a:pt x="26" y="161"/>
                    <a:pt x="26" y="161"/>
                    <a:pt x="26" y="161"/>
                  </a:cubicBezTo>
                  <a:cubicBezTo>
                    <a:pt x="25" y="162"/>
                    <a:pt x="25" y="163"/>
                    <a:pt x="26" y="164"/>
                  </a:cubicBezTo>
                  <a:cubicBezTo>
                    <a:pt x="28" y="166"/>
                    <a:pt x="30" y="168"/>
                    <a:pt x="32" y="170"/>
                  </a:cubicBezTo>
                  <a:cubicBezTo>
                    <a:pt x="32" y="171"/>
                    <a:pt x="33" y="171"/>
                    <a:pt x="34" y="171"/>
                  </a:cubicBezTo>
                  <a:cubicBezTo>
                    <a:pt x="34" y="171"/>
                    <a:pt x="35" y="171"/>
                    <a:pt x="35" y="170"/>
                  </a:cubicBezTo>
                  <a:cubicBezTo>
                    <a:pt x="40" y="166"/>
                    <a:pt x="40" y="166"/>
                    <a:pt x="40" y="166"/>
                  </a:cubicBezTo>
                  <a:cubicBezTo>
                    <a:pt x="44" y="169"/>
                    <a:pt x="48" y="172"/>
                    <a:pt x="52" y="175"/>
                  </a:cubicBezTo>
                  <a:cubicBezTo>
                    <a:pt x="49" y="180"/>
                    <a:pt x="49" y="180"/>
                    <a:pt x="49" y="180"/>
                  </a:cubicBezTo>
                  <a:cubicBezTo>
                    <a:pt x="49" y="181"/>
                    <a:pt x="49" y="183"/>
                    <a:pt x="50" y="183"/>
                  </a:cubicBezTo>
                  <a:cubicBezTo>
                    <a:pt x="53" y="185"/>
                    <a:pt x="55" y="186"/>
                    <a:pt x="58" y="187"/>
                  </a:cubicBezTo>
                  <a:cubicBezTo>
                    <a:pt x="58" y="187"/>
                    <a:pt x="58" y="187"/>
                    <a:pt x="59" y="187"/>
                  </a:cubicBezTo>
                  <a:cubicBezTo>
                    <a:pt x="60" y="187"/>
                    <a:pt x="60" y="187"/>
                    <a:pt x="61" y="186"/>
                  </a:cubicBezTo>
                  <a:cubicBezTo>
                    <a:pt x="64" y="181"/>
                    <a:pt x="64" y="181"/>
                    <a:pt x="64" y="181"/>
                  </a:cubicBezTo>
                  <a:cubicBezTo>
                    <a:pt x="68" y="183"/>
                    <a:pt x="73" y="184"/>
                    <a:pt x="78" y="185"/>
                  </a:cubicBezTo>
                  <a:cubicBezTo>
                    <a:pt x="77" y="191"/>
                    <a:pt x="77" y="191"/>
                    <a:pt x="77" y="191"/>
                  </a:cubicBezTo>
                  <a:cubicBezTo>
                    <a:pt x="77" y="193"/>
                    <a:pt x="78" y="194"/>
                    <a:pt x="79" y="194"/>
                  </a:cubicBezTo>
                  <a:cubicBezTo>
                    <a:pt x="82" y="194"/>
                    <a:pt x="85" y="195"/>
                    <a:pt x="88" y="195"/>
                  </a:cubicBezTo>
                  <a:cubicBezTo>
                    <a:pt x="88" y="195"/>
                    <a:pt x="88" y="195"/>
                    <a:pt x="88" y="195"/>
                  </a:cubicBezTo>
                  <a:cubicBezTo>
                    <a:pt x="89" y="195"/>
                    <a:pt x="90" y="195"/>
                    <a:pt x="90" y="193"/>
                  </a:cubicBezTo>
                  <a:cubicBezTo>
                    <a:pt x="91" y="187"/>
                    <a:pt x="91" y="187"/>
                    <a:pt x="91" y="187"/>
                  </a:cubicBezTo>
                  <a:cubicBezTo>
                    <a:pt x="94" y="187"/>
                    <a:pt x="96" y="188"/>
                    <a:pt x="99" y="188"/>
                  </a:cubicBezTo>
                  <a:cubicBezTo>
                    <a:pt x="101" y="188"/>
                    <a:pt x="104" y="187"/>
                    <a:pt x="106" y="187"/>
                  </a:cubicBezTo>
                  <a:cubicBezTo>
                    <a:pt x="107" y="193"/>
                    <a:pt x="107" y="193"/>
                    <a:pt x="107" y="193"/>
                  </a:cubicBezTo>
                  <a:cubicBezTo>
                    <a:pt x="108" y="195"/>
                    <a:pt x="109" y="195"/>
                    <a:pt x="110" y="195"/>
                  </a:cubicBezTo>
                  <a:cubicBezTo>
                    <a:pt x="110" y="195"/>
                    <a:pt x="110" y="195"/>
                    <a:pt x="110" y="195"/>
                  </a:cubicBezTo>
                  <a:cubicBezTo>
                    <a:pt x="113" y="195"/>
                    <a:pt x="116" y="194"/>
                    <a:pt x="118" y="194"/>
                  </a:cubicBezTo>
                  <a:cubicBezTo>
                    <a:pt x="120" y="194"/>
                    <a:pt x="120" y="193"/>
                    <a:pt x="120" y="191"/>
                  </a:cubicBezTo>
                  <a:cubicBezTo>
                    <a:pt x="119" y="185"/>
                    <a:pt x="119" y="185"/>
                    <a:pt x="119" y="185"/>
                  </a:cubicBezTo>
                  <a:cubicBezTo>
                    <a:pt x="124" y="184"/>
                    <a:pt x="129" y="183"/>
                    <a:pt x="134" y="181"/>
                  </a:cubicBezTo>
                  <a:cubicBezTo>
                    <a:pt x="137" y="186"/>
                    <a:pt x="137" y="186"/>
                    <a:pt x="137" y="186"/>
                  </a:cubicBezTo>
                  <a:cubicBezTo>
                    <a:pt x="137" y="187"/>
                    <a:pt x="138" y="187"/>
                    <a:pt x="139" y="187"/>
                  </a:cubicBezTo>
                  <a:cubicBezTo>
                    <a:pt x="139" y="187"/>
                    <a:pt x="139" y="187"/>
                    <a:pt x="140" y="187"/>
                  </a:cubicBezTo>
                  <a:cubicBezTo>
                    <a:pt x="142" y="186"/>
                    <a:pt x="145" y="185"/>
                    <a:pt x="147" y="183"/>
                  </a:cubicBezTo>
                  <a:cubicBezTo>
                    <a:pt x="148" y="183"/>
                    <a:pt x="149" y="181"/>
                    <a:pt x="148" y="180"/>
                  </a:cubicBezTo>
                  <a:cubicBezTo>
                    <a:pt x="146" y="175"/>
                    <a:pt x="146" y="175"/>
                    <a:pt x="146" y="175"/>
                  </a:cubicBezTo>
                  <a:cubicBezTo>
                    <a:pt x="150" y="172"/>
                    <a:pt x="154" y="169"/>
                    <a:pt x="158" y="166"/>
                  </a:cubicBezTo>
                  <a:cubicBezTo>
                    <a:pt x="162" y="170"/>
                    <a:pt x="162" y="170"/>
                    <a:pt x="162" y="170"/>
                  </a:cubicBezTo>
                  <a:cubicBezTo>
                    <a:pt x="163" y="171"/>
                    <a:pt x="163" y="171"/>
                    <a:pt x="164" y="171"/>
                  </a:cubicBezTo>
                  <a:cubicBezTo>
                    <a:pt x="165" y="171"/>
                    <a:pt x="165" y="171"/>
                    <a:pt x="166" y="170"/>
                  </a:cubicBezTo>
                  <a:cubicBezTo>
                    <a:pt x="168" y="168"/>
                    <a:pt x="170" y="166"/>
                    <a:pt x="172" y="164"/>
                  </a:cubicBezTo>
                  <a:cubicBezTo>
                    <a:pt x="172" y="163"/>
                    <a:pt x="172" y="162"/>
                    <a:pt x="172" y="161"/>
                  </a:cubicBezTo>
                  <a:cubicBezTo>
                    <a:pt x="167" y="157"/>
                    <a:pt x="167" y="157"/>
                    <a:pt x="167" y="157"/>
                  </a:cubicBezTo>
                  <a:cubicBezTo>
                    <a:pt x="171" y="153"/>
                    <a:pt x="174" y="149"/>
                    <a:pt x="176" y="144"/>
                  </a:cubicBezTo>
                  <a:cubicBezTo>
                    <a:pt x="182" y="147"/>
                    <a:pt x="182" y="147"/>
                    <a:pt x="182" y="147"/>
                  </a:cubicBezTo>
                  <a:cubicBezTo>
                    <a:pt x="182" y="147"/>
                    <a:pt x="183" y="147"/>
                    <a:pt x="183" y="147"/>
                  </a:cubicBezTo>
                  <a:cubicBezTo>
                    <a:pt x="184" y="147"/>
                    <a:pt x="185" y="147"/>
                    <a:pt x="185" y="146"/>
                  </a:cubicBezTo>
                  <a:cubicBezTo>
                    <a:pt x="186" y="144"/>
                    <a:pt x="188" y="141"/>
                    <a:pt x="189" y="139"/>
                  </a:cubicBezTo>
                  <a:cubicBezTo>
                    <a:pt x="189" y="137"/>
                    <a:pt x="189" y="136"/>
                    <a:pt x="188" y="136"/>
                  </a:cubicBezTo>
                  <a:cubicBezTo>
                    <a:pt x="182" y="133"/>
                    <a:pt x="182" y="133"/>
                    <a:pt x="182" y="133"/>
                  </a:cubicBezTo>
                  <a:cubicBezTo>
                    <a:pt x="184" y="128"/>
                    <a:pt x="186" y="123"/>
                    <a:pt x="187" y="118"/>
                  </a:cubicBezTo>
                  <a:cubicBezTo>
                    <a:pt x="193" y="119"/>
                    <a:pt x="193" y="119"/>
                    <a:pt x="193" y="119"/>
                  </a:cubicBezTo>
                  <a:cubicBezTo>
                    <a:pt x="194" y="119"/>
                    <a:pt x="194" y="119"/>
                    <a:pt x="194" y="119"/>
                  </a:cubicBezTo>
                  <a:cubicBezTo>
                    <a:pt x="195" y="119"/>
                    <a:pt x="196" y="118"/>
                    <a:pt x="196" y="117"/>
                  </a:cubicBezTo>
                  <a:cubicBezTo>
                    <a:pt x="196" y="114"/>
                    <a:pt x="197" y="112"/>
                    <a:pt x="197" y="109"/>
                  </a:cubicBezTo>
                  <a:cubicBezTo>
                    <a:pt x="197" y="107"/>
                    <a:pt x="197" y="106"/>
                    <a:pt x="195" y="106"/>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100">
                <a:solidFill>
                  <a:schemeClr val="lt1"/>
                </a:solidFill>
                <a:latin typeface="Albert Sans Light"/>
                <a:ea typeface="Albert Sans Light"/>
                <a:cs typeface="Albert Sans Light"/>
                <a:sym typeface="Albert Sans Light"/>
              </a:endParaRPr>
            </a:p>
          </p:txBody>
        </p:sp>
        <p:pic>
          <p:nvPicPr>
            <p:cNvPr id="419" name="Google Shape;419;p49"/>
            <p:cNvPicPr preferRelativeResize="0"/>
            <p:nvPr/>
          </p:nvPicPr>
          <p:blipFill rotWithShape="1">
            <a:blip r:embed="rId7">
              <a:alphaModFix/>
            </a:blip>
            <a:srcRect b="0" l="0" r="0" t="0"/>
            <a:stretch/>
          </p:blipFill>
          <p:spPr>
            <a:xfrm>
              <a:off x="4143286" y="4136014"/>
              <a:ext cx="274320" cy="274320"/>
            </a:xfrm>
            <a:prstGeom prst="rect">
              <a:avLst/>
            </a:prstGeom>
            <a:noFill/>
            <a:ln>
              <a:noFill/>
            </a:ln>
          </p:spPr>
        </p:pic>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50"/>
          <p:cNvSpPr/>
          <p:nvPr/>
        </p:nvSpPr>
        <p:spPr>
          <a:xfrm>
            <a:off x="800100" y="1588770"/>
            <a:ext cx="7543800" cy="2926080"/>
          </a:xfrm>
          <a:prstGeom prst="roundRect">
            <a:avLst>
              <a:gd fmla="val 9636" name="adj"/>
            </a:avLst>
          </a:prstGeom>
          <a:solidFill>
            <a:srgbClr val="F8F8F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sp>
        <p:nvSpPr>
          <p:cNvPr id="425" name="Google Shape;425;p50"/>
          <p:cNvSpPr/>
          <p:nvPr/>
        </p:nvSpPr>
        <p:spPr>
          <a:xfrm>
            <a:off x="957263" y="2769770"/>
            <a:ext cx="7229475" cy="472111"/>
          </a:xfrm>
          <a:prstGeom prst="roundRect">
            <a:avLst>
              <a:gd fmla="val 16667" name="adj"/>
            </a:avLst>
          </a:prstGeom>
          <a:solidFill>
            <a:srgbClr val="F2F2F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sp>
        <p:nvSpPr>
          <p:cNvPr id="426" name="Google Shape;426;p50"/>
          <p:cNvSpPr/>
          <p:nvPr/>
        </p:nvSpPr>
        <p:spPr>
          <a:xfrm>
            <a:off x="957263" y="3916831"/>
            <a:ext cx="7229475" cy="472111"/>
          </a:xfrm>
          <a:prstGeom prst="roundRect">
            <a:avLst>
              <a:gd fmla="val 16667" name="adj"/>
            </a:avLst>
          </a:prstGeom>
          <a:solidFill>
            <a:srgbClr val="F2F2F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sp>
        <p:nvSpPr>
          <p:cNvPr id="427" name="Google Shape;427;p50"/>
          <p:cNvSpPr txBox="1"/>
          <p:nvPr/>
        </p:nvSpPr>
        <p:spPr>
          <a:xfrm>
            <a:off x="800100" y="717848"/>
            <a:ext cx="7543800" cy="623248"/>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id" sz="3600">
                <a:solidFill>
                  <a:srgbClr val="0C0C0C"/>
                </a:solidFill>
                <a:latin typeface="Boldonse"/>
                <a:ea typeface="Boldonse"/>
                <a:cs typeface="Boldonse"/>
                <a:sym typeface="Boldonse"/>
              </a:rPr>
              <a:t>Your text here</a:t>
            </a:r>
            <a:endParaRPr sz="3600">
              <a:solidFill>
                <a:srgbClr val="0C0C0C"/>
              </a:solidFill>
              <a:latin typeface="Boldonse"/>
              <a:ea typeface="Boldonse"/>
              <a:cs typeface="Boldonse"/>
              <a:sym typeface="Boldonse"/>
            </a:endParaRPr>
          </a:p>
        </p:txBody>
      </p:sp>
      <p:grpSp>
        <p:nvGrpSpPr>
          <p:cNvPr id="428" name="Google Shape;428;p50"/>
          <p:cNvGrpSpPr/>
          <p:nvPr/>
        </p:nvGrpSpPr>
        <p:grpSpPr>
          <a:xfrm>
            <a:off x="1162527" y="1729277"/>
            <a:ext cx="914178" cy="833412"/>
            <a:chOff x="3457938" y="1023705"/>
            <a:chExt cx="5276420" cy="4810257"/>
          </a:xfrm>
        </p:grpSpPr>
        <p:sp>
          <p:nvSpPr>
            <p:cNvPr id="429" name="Google Shape;429;p50"/>
            <p:cNvSpPr/>
            <p:nvPr/>
          </p:nvSpPr>
          <p:spPr>
            <a:xfrm>
              <a:off x="5979054" y="3311756"/>
              <a:ext cx="729687" cy="729687"/>
            </a:xfrm>
            <a:custGeom>
              <a:rect b="b" l="l" r="r" t="t"/>
              <a:pathLst>
                <a:path extrusionOk="0" h="729687" w="729687">
                  <a:moveTo>
                    <a:pt x="729688" y="364860"/>
                  </a:moveTo>
                  <a:cubicBezTo>
                    <a:pt x="729688" y="376800"/>
                    <a:pt x="729092" y="388706"/>
                    <a:pt x="727935" y="400612"/>
                  </a:cubicBezTo>
                  <a:cubicBezTo>
                    <a:pt x="726744" y="412519"/>
                    <a:pt x="724991" y="424292"/>
                    <a:pt x="722676" y="436033"/>
                  </a:cubicBezTo>
                  <a:cubicBezTo>
                    <a:pt x="720328" y="447741"/>
                    <a:pt x="717451" y="459317"/>
                    <a:pt x="713978" y="470760"/>
                  </a:cubicBezTo>
                  <a:cubicBezTo>
                    <a:pt x="710506" y="482203"/>
                    <a:pt x="706471" y="493415"/>
                    <a:pt x="701907" y="504461"/>
                  </a:cubicBezTo>
                  <a:cubicBezTo>
                    <a:pt x="697342" y="515508"/>
                    <a:pt x="692216" y="526289"/>
                    <a:pt x="686594" y="536840"/>
                  </a:cubicBezTo>
                  <a:cubicBezTo>
                    <a:pt x="680971" y="547390"/>
                    <a:pt x="674820" y="557609"/>
                    <a:pt x="668205" y="567531"/>
                  </a:cubicBezTo>
                  <a:cubicBezTo>
                    <a:pt x="661558" y="577486"/>
                    <a:pt x="654447" y="587077"/>
                    <a:pt x="646873" y="596305"/>
                  </a:cubicBezTo>
                  <a:cubicBezTo>
                    <a:pt x="639266" y="605532"/>
                    <a:pt x="631263" y="614396"/>
                    <a:pt x="622829" y="622829"/>
                  </a:cubicBezTo>
                  <a:cubicBezTo>
                    <a:pt x="614363" y="631296"/>
                    <a:pt x="605532" y="639300"/>
                    <a:pt x="596272" y="646873"/>
                  </a:cubicBezTo>
                  <a:cubicBezTo>
                    <a:pt x="587044" y="654447"/>
                    <a:pt x="577453" y="661558"/>
                    <a:pt x="567531" y="668205"/>
                  </a:cubicBezTo>
                  <a:cubicBezTo>
                    <a:pt x="557609" y="674853"/>
                    <a:pt x="547357" y="680971"/>
                    <a:pt x="536807" y="686627"/>
                  </a:cubicBezTo>
                  <a:cubicBezTo>
                    <a:pt x="526289" y="692249"/>
                    <a:pt x="515508" y="697342"/>
                    <a:pt x="504461" y="701907"/>
                  </a:cubicBezTo>
                  <a:cubicBezTo>
                    <a:pt x="493415" y="706504"/>
                    <a:pt x="482170" y="710506"/>
                    <a:pt x="470727" y="713978"/>
                  </a:cubicBezTo>
                  <a:cubicBezTo>
                    <a:pt x="459317" y="717451"/>
                    <a:pt x="447741" y="720361"/>
                    <a:pt x="436000" y="722676"/>
                  </a:cubicBezTo>
                  <a:cubicBezTo>
                    <a:pt x="424292" y="725025"/>
                    <a:pt x="412485" y="726777"/>
                    <a:pt x="400579" y="727935"/>
                  </a:cubicBezTo>
                  <a:cubicBezTo>
                    <a:pt x="388706" y="729092"/>
                    <a:pt x="376767" y="729688"/>
                    <a:pt x="364827" y="729688"/>
                  </a:cubicBezTo>
                  <a:cubicBezTo>
                    <a:pt x="352888" y="729688"/>
                    <a:pt x="340949" y="729092"/>
                    <a:pt x="329076" y="727935"/>
                  </a:cubicBezTo>
                  <a:cubicBezTo>
                    <a:pt x="317169" y="726777"/>
                    <a:pt x="305362" y="725025"/>
                    <a:pt x="293654" y="722676"/>
                  </a:cubicBezTo>
                  <a:cubicBezTo>
                    <a:pt x="281947" y="720361"/>
                    <a:pt x="270371" y="717451"/>
                    <a:pt x="258928" y="713978"/>
                  </a:cubicBezTo>
                  <a:cubicBezTo>
                    <a:pt x="247485" y="710506"/>
                    <a:pt x="236240" y="706504"/>
                    <a:pt x="225227" y="701907"/>
                  </a:cubicBezTo>
                  <a:cubicBezTo>
                    <a:pt x="214180" y="697342"/>
                    <a:pt x="203398" y="692249"/>
                    <a:pt x="192848" y="686627"/>
                  </a:cubicBezTo>
                  <a:cubicBezTo>
                    <a:pt x="182298" y="680971"/>
                    <a:pt x="172078" y="674853"/>
                    <a:pt x="162123" y="668205"/>
                  </a:cubicBezTo>
                  <a:cubicBezTo>
                    <a:pt x="152202" y="661558"/>
                    <a:pt x="142610" y="654447"/>
                    <a:pt x="133383" y="646873"/>
                  </a:cubicBezTo>
                  <a:cubicBezTo>
                    <a:pt x="124156" y="639300"/>
                    <a:pt x="115292" y="631296"/>
                    <a:pt x="106859" y="622829"/>
                  </a:cubicBezTo>
                  <a:cubicBezTo>
                    <a:pt x="98392" y="614396"/>
                    <a:pt x="90388" y="605532"/>
                    <a:pt x="82815" y="596305"/>
                  </a:cubicBezTo>
                  <a:cubicBezTo>
                    <a:pt x="75241" y="587077"/>
                    <a:pt x="68130" y="577486"/>
                    <a:pt x="61483" y="567531"/>
                  </a:cubicBezTo>
                  <a:cubicBezTo>
                    <a:pt x="54835" y="557609"/>
                    <a:pt x="48716" y="547390"/>
                    <a:pt x="43061" y="536840"/>
                  </a:cubicBezTo>
                  <a:cubicBezTo>
                    <a:pt x="37439" y="526289"/>
                    <a:pt x="32345" y="515508"/>
                    <a:pt x="27748" y="504461"/>
                  </a:cubicBezTo>
                  <a:cubicBezTo>
                    <a:pt x="23184" y="493415"/>
                    <a:pt x="19182" y="482203"/>
                    <a:pt x="15710" y="470760"/>
                  </a:cubicBezTo>
                  <a:cubicBezTo>
                    <a:pt x="12237" y="459317"/>
                    <a:pt x="9327" y="447741"/>
                    <a:pt x="7011" y="436033"/>
                  </a:cubicBezTo>
                  <a:cubicBezTo>
                    <a:pt x="4663" y="424292"/>
                    <a:pt x="2910" y="412519"/>
                    <a:pt x="1753" y="400612"/>
                  </a:cubicBezTo>
                  <a:cubicBezTo>
                    <a:pt x="562" y="388706"/>
                    <a:pt x="0" y="376800"/>
                    <a:pt x="0" y="364860"/>
                  </a:cubicBezTo>
                  <a:cubicBezTo>
                    <a:pt x="0" y="352888"/>
                    <a:pt x="562" y="340982"/>
                    <a:pt x="1753" y="329076"/>
                  </a:cubicBezTo>
                  <a:cubicBezTo>
                    <a:pt x="2910" y="317202"/>
                    <a:pt x="4663" y="305395"/>
                    <a:pt x="7011" y="293688"/>
                  </a:cubicBezTo>
                  <a:cubicBezTo>
                    <a:pt x="9327" y="281947"/>
                    <a:pt x="12237" y="270371"/>
                    <a:pt x="15710" y="258928"/>
                  </a:cubicBezTo>
                  <a:cubicBezTo>
                    <a:pt x="19182" y="247518"/>
                    <a:pt x="23184" y="236273"/>
                    <a:pt x="27748" y="225227"/>
                  </a:cubicBezTo>
                  <a:cubicBezTo>
                    <a:pt x="32345" y="214180"/>
                    <a:pt x="37439" y="203398"/>
                    <a:pt x="43061" y="192881"/>
                  </a:cubicBezTo>
                  <a:cubicBezTo>
                    <a:pt x="48716" y="182331"/>
                    <a:pt x="54835" y="172078"/>
                    <a:pt x="61483" y="162157"/>
                  </a:cubicBezTo>
                  <a:cubicBezTo>
                    <a:pt x="68130" y="152235"/>
                    <a:pt x="75241" y="142643"/>
                    <a:pt x="82815" y="133383"/>
                  </a:cubicBezTo>
                  <a:cubicBezTo>
                    <a:pt x="90388" y="124156"/>
                    <a:pt x="98392" y="115325"/>
                    <a:pt x="106859" y="106859"/>
                  </a:cubicBezTo>
                  <a:cubicBezTo>
                    <a:pt x="115292" y="98425"/>
                    <a:pt x="124156" y="90388"/>
                    <a:pt x="133383" y="82815"/>
                  </a:cubicBezTo>
                  <a:cubicBezTo>
                    <a:pt x="142610" y="75241"/>
                    <a:pt x="152202" y="68130"/>
                    <a:pt x="162123" y="61483"/>
                  </a:cubicBezTo>
                  <a:cubicBezTo>
                    <a:pt x="172078" y="54868"/>
                    <a:pt x="182298" y="48716"/>
                    <a:pt x="192848" y="43094"/>
                  </a:cubicBezTo>
                  <a:cubicBezTo>
                    <a:pt x="203398" y="37472"/>
                    <a:pt x="214180" y="32345"/>
                    <a:pt x="225227" y="27781"/>
                  </a:cubicBezTo>
                  <a:cubicBezTo>
                    <a:pt x="236240" y="23217"/>
                    <a:pt x="247485" y="19182"/>
                    <a:pt x="258928" y="15710"/>
                  </a:cubicBezTo>
                  <a:cubicBezTo>
                    <a:pt x="270371" y="12237"/>
                    <a:pt x="281947" y="9360"/>
                    <a:pt x="293654" y="7011"/>
                  </a:cubicBezTo>
                  <a:cubicBezTo>
                    <a:pt x="305362" y="4696"/>
                    <a:pt x="317169" y="2943"/>
                    <a:pt x="329076" y="1753"/>
                  </a:cubicBezTo>
                  <a:cubicBezTo>
                    <a:pt x="340949" y="595"/>
                    <a:pt x="352888" y="0"/>
                    <a:pt x="364827" y="0"/>
                  </a:cubicBezTo>
                  <a:cubicBezTo>
                    <a:pt x="376767" y="0"/>
                    <a:pt x="388706" y="595"/>
                    <a:pt x="400579" y="1753"/>
                  </a:cubicBezTo>
                  <a:cubicBezTo>
                    <a:pt x="412485" y="2943"/>
                    <a:pt x="424292" y="4696"/>
                    <a:pt x="436000" y="7011"/>
                  </a:cubicBezTo>
                  <a:cubicBezTo>
                    <a:pt x="447741" y="9360"/>
                    <a:pt x="459317" y="12237"/>
                    <a:pt x="470727" y="15710"/>
                  </a:cubicBezTo>
                  <a:cubicBezTo>
                    <a:pt x="482170" y="19182"/>
                    <a:pt x="493415" y="23217"/>
                    <a:pt x="504461" y="27781"/>
                  </a:cubicBezTo>
                  <a:cubicBezTo>
                    <a:pt x="515508" y="32345"/>
                    <a:pt x="526289" y="37439"/>
                    <a:pt x="536807" y="43094"/>
                  </a:cubicBezTo>
                  <a:cubicBezTo>
                    <a:pt x="547357" y="48716"/>
                    <a:pt x="557609" y="54868"/>
                    <a:pt x="567531" y="61483"/>
                  </a:cubicBezTo>
                  <a:cubicBezTo>
                    <a:pt x="577453" y="68130"/>
                    <a:pt x="587044" y="75241"/>
                    <a:pt x="596272" y="82815"/>
                  </a:cubicBezTo>
                  <a:cubicBezTo>
                    <a:pt x="605532" y="90388"/>
                    <a:pt x="614363" y="98425"/>
                    <a:pt x="622829" y="106859"/>
                  </a:cubicBezTo>
                  <a:cubicBezTo>
                    <a:pt x="631263" y="115325"/>
                    <a:pt x="639266" y="124156"/>
                    <a:pt x="646873" y="133383"/>
                  </a:cubicBezTo>
                  <a:cubicBezTo>
                    <a:pt x="654447" y="142643"/>
                    <a:pt x="661558" y="152235"/>
                    <a:pt x="668205" y="162157"/>
                  </a:cubicBezTo>
                  <a:cubicBezTo>
                    <a:pt x="674820" y="172078"/>
                    <a:pt x="680971" y="182331"/>
                    <a:pt x="686594" y="192881"/>
                  </a:cubicBezTo>
                  <a:cubicBezTo>
                    <a:pt x="692216" y="203398"/>
                    <a:pt x="697342" y="214180"/>
                    <a:pt x="701907" y="225227"/>
                  </a:cubicBezTo>
                  <a:cubicBezTo>
                    <a:pt x="706471" y="236273"/>
                    <a:pt x="710506" y="247518"/>
                    <a:pt x="713978" y="258928"/>
                  </a:cubicBezTo>
                  <a:cubicBezTo>
                    <a:pt x="717451" y="270371"/>
                    <a:pt x="720328" y="281947"/>
                    <a:pt x="722676" y="293688"/>
                  </a:cubicBezTo>
                  <a:cubicBezTo>
                    <a:pt x="724991" y="305395"/>
                    <a:pt x="726744" y="317202"/>
                    <a:pt x="727935" y="329076"/>
                  </a:cubicBezTo>
                  <a:cubicBezTo>
                    <a:pt x="729092" y="340982"/>
                    <a:pt x="729688" y="352888"/>
                    <a:pt x="729688" y="36486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lbert Sans Light"/>
                <a:ea typeface="Albert Sans Light"/>
                <a:cs typeface="Albert Sans Light"/>
                <a:sym typeface="Albert Sans Light"/>
              </a:endParaRPr>
            </a:p>
          </p:txBody>
        </p:sp>
        <p:sp>
          <p:nvSpPr>
            <p:cNvPr id="430" name="Google Shape;430;p50"/>
            <p:cNvSpPr/>
            <p:nvPr/>
          </p:nvSpPr>
          <p:spPr>
            <a:xfrm>
              <a:off x="5483588" y="2816291"/>
              <a:ext cx="729687" cy="729687"/>
            </a:xfrm>
            <a:custGeom>
              <a:rect b="b" l="l" r="r" t="t"/>
              <a:pathLst>
                <a:path extrusionOk="0" h="729687" w="729687">
                  <a:moveTo>
                    <a:pt x="729688" y="364860"/>
                  </a:moveTo>
                  <a:cubicBezTo>
                    <a:pt x="729688" y="376800"/>
                    <a:pt x="729092" y="388706"/>
                    <a:pt x="727935" y="400612"/>
                  </a:cubicBezTo>
                  <a:cubicBezTo>
                    <a:pt x="726744" y="412519"/>
                    <a:pt x="724991" y="424292"/>
                    <a:pt x="722676" y="436033"/>
                  </a:cubicBezTo>
                  <a:cubicBezTo>
                    <a:pt x="720328" y="447741"/>
                    <a:pt x="717451" y="459317"/>
                    <a:pt x="713978" y="470760"/>
                  </a:cubicBezTo>
                  <a:cubicBezTo>
                    <a:pt x="710506" y="482203"/>
                    <a:pt x="706471" y="493415"/>
                    <a:pt x="701907" y="504461"/>
                  </a:cubicBezTo>
                  <a:cubicBezTo>
                    <a:pt x="697342" y="515508"/>
                    <a:pt x="692216" y="526289"/>
                    <a:pt x="686594" y="536840"/>
                  </a:cubicBezTo>
                  <a:cubicBezTo>
                    <a:pt x="680971" y="547390"/>
                    <a:pt x="674820" y="557609"/>
                    <a:pt x="668205" y="567531"/>
                  </a:cubicBezTo>
                  <a:cubicBezTo>
                    <a:pt x="661558" y="577486"/>
                    <a:pt x="654447" y="587077"/>
                    <a:pt x="646873" y="596305"/>
                  </a:cubicBezTo>
                  <a:cubicBezTo>
                    <a:pt x="639266" y="605532"/>
                    <a:pt x="631263" y="614396"/>
                    <a:pt x="622829" y="622829"/>
                  </a:cubicBezTo>
                  <a:cubicBezTo>
                    <a:pt x="614363" y="631296"/>
                    <a:pt x="605532" y="639300"/>
                    <a:pt x="596272" y="646873"/>
                  </a:cubicBezTo>
                  <a:cubicBezTo>
                    <a:pt x="587044" y="654447"/>
                    <a:pt x="577453" y="661558"/>
                    <a:pt x="567531" y="668205"/>
                  </a:cubicBezTo>
                  <a:cubicBezTo>
                    <a:pt x="557609" y="674853"/>
                    <a:pt x="547357" y="680971"/>
                    <a:pt x="536807" y="686627"/>
                  </a:cubicBezTo>
                  <a:cubicBezTo>
                    <a:pt x="526289" y="692249"/>
                    <a:pt x="515508" y="697342"/>
                    <a:pt x="504461" y="701907"/>
                  </a:cubicBezTo>
                  <a:cubicBezTo>
                    <a:pt x="493415" y="706504"/>
                    <a:pt x="482170" y="710506"/>
                    <a:pt x="470727" y="713978"/>
                  </a:cubicBezTo>
                  <a:cubicBezTo>
                    <a:pt x="459317" y="717451"/>
                    <a:pt x="447741" y="720361"/>
                    <a:pt x="436000" y="722676"/>
                  </a:cubicBezTo>
                  <a:cubicBezTo>
                    <a:pt x="424292" y="725025"/>
                    <a:pt x="412485" y="726777"/>
                    <a:pt x="400579" y="727935"/>
                  </a:cubicBezTo>
                  <a:cubicBezTo>
                    <a:pt x="388706" y="729092"/>
                    <a:pt x="376767" y="729688"/>
                    <a:pt x="364827" y="729688"/>
                  </a:cubicBezTo>
                  <a:cubicBezTo>
                    <a:pt x="352888" y="729688"/>
                    <a:pt x="340949" y="729092"/>
                    <a:pt x="329076" y="727935"/>
                  </a:cubicBezTo>
                  <a:cubicBezTo>
                    <a:pt x="317169" y="726777"/>
                    <a:pt x="305362" y="725025"/>
                    <a:pt x="293654" y="722676"/>
                  </a:cubicBezTo>
                  <a:cubicBezTo>
                    <a:pt x="281947" y="720361"/>
                    <a:pt x="270371" y="717451"/>
                    <a:pt x="258928" y="713978"/>
                  </a:cubicBezTo>
                  <a:cubicBezTo>
                    <a:pt x="247485" y="710506"/>
                    <a:pt x="236240" y="706504"/>
                    <a:pt x="225227" y="701907"/>
                  </a:cubicBezTo>
                  <a:cubicBezTo>
                    <a:pt x="214180" y="697342"/>
                    <a:pt x="203398" y="692249"/>
                    <a:pt x="192848" y="686627"/>
                  </a:cubicBezTo>
                  <a:cubicBezTo>
                    <a:pt x="182298" y="680971"/>
                    <a:pt x="172078" y="674853"/>
                    <a:pt x="162123" y="668205"/>
                  </a:cubicBezTo>
                  <a:cubicBezTo>
                    <a:pt x="152202" y="661558"/>
                    <a:pt x="142610" y="654447"/>
                    <a:pt x="133383" y="646873"/>
                  </a:cubicBezTo>
                  <a:cubicBezTo>
                    <a:pt x="124156" y="639300"/>
                    <a:pt x="115292" y="631296"/>
                    <a:pt x="106859" y="622829"/>
                  </a:cubicBezTo>
                  <a:cubicBezTo>
                    <a:pt x="98392" y="614396"/>
                    <a:pt x="90388" y="605532"/>
                    <a:pt x="82815" y="596305"/>
                  </a:cubicBezTo>
                  <a:cubicBezTo>
                    <a:pt x="75241" y="587077"/>
                    <a:pt x="68130" y="577486"/>
                    <a:pt x="61483" y="567531"/>
                  </a:cubicBezTo>
                  <a:cubicBezTo>
                    <a:pt x="54835" y="557609"/>
                    <a:pt x="48716" y="547390"/>
                    <a:pt x="43061" y="536840"/>
                  </a:cubicBezTo>
                  <a:cubicBezTo>
                    <a:pt x="37439" y="526289"/>
                    <a:pt x="32345" y="515508"/>
                    <a:pt x="27748" y="504461"/>
                  </a:cubicBezTo>
                  <a:cubicBezTo>
                    <a:pt x="23184" y="493415"/>
                    <a:pt x="19182" y="482203"/>
                    <a:pt x="15710" y="470760"/>
                  </a:cubicBezTo>
                  <a:cubicBezTo>
                    <a:pt x="12237" y="459317"/>
                    <a:pt x="9327" y="447741"/>
                    <a:pt x="7011" y="436033"/>
                  </a:cubicBezTo>
                  <a:cubicBezTo>
                    <a:pt x="4663" y="424292"/>
                    <a:pt x="2910" y="412519"/>
                    <a:pt x="1753" y="400612"/>
                  </a:cubicBezTo>
                  <a:cubicBezTo>
                    <a:pt x="562" y="388706"/>
                    <a:pt x="0" y="376800"/>
                    <a:pt x="0" y="364860"/>
                  </a:cubicBezTo>
                  <a:cubicBezTo>
                    <a:pt x="0" y="352888"/>
                    <a:pt x="562" y="340982"/>
                    <a:pt x="1753" y="329076"/>
                  </a:cubicBezTo>
                  <a:cubicBezTo>
                    <a:pt x="2910" y="317202"/>
                    <a:pt x="4663" y="305395"/>
                    <a:pt x="7011" y="293688"/>
                  </a:cubicBezTo>
                  <a:cubicBezTo>
                    <a:pt x="9327" y="281947"/>
                    <a:pt x="12237" y="270371"/>
                    <a:pt x="15710" y="258928"/>
                  </a:cubicBezTo>
                  <a:cubicBezTo>
                    <a:pt x="19182" y="247518"/>
                    <a:pt x="23184" y="236273"/>
                    <a:pt x="27748" y="225227"/>
                  </a:cubicBezTo>
                  <a:cubicBezTo>
                    <a:pt x="32345" y="214180"/>
                    <a:pt x="37439" y="203398"/>
                    <a:pt x="43061" y="192848"/>
                  </a:cubicBezTo>
                  <a:cubicBezTo>
                    <a:pt x="48716" y="182331"/>
                    <a:pt x="54835" y="172078"/>
                    <a:pt x="61483" y="162157"/>
                  </a:cubicBezTo>
                  <a:cubicBezTo>
                    <a:pt x="68130" y="152235"/>
                    <a:pt x="75241" y="142643"/>
                    <a:pt x="82815" y="133383"/>
                  </a:cubicBezTo>
                  <a:cubicBezTo>
                    <a:pt x="90388" y="124156"/>
                    <a:pt x="98392" y="115325"/>
                    <a:pt x="106859" y="106859"/>
                  </a:cubicBezTo>
                  <a:cubicBezTo>
                    <a:pt x="115292" y="98425"/>
                    <a:pt x="124156" y="90388"/>
                    <a:pt x="133383" y="82815"/>
                  </a:cubicBezTo>
                  <a:cubicBezTo>
                    <a:pt x="142610" y="75241"/>
                    <a:pt x="152202" y="68130"/>
                    <a:pt x="162123" y="61483"/>
                  </a:cubicBezTo>
                  <a:cubicBezTo>
                    <a:pt x="172078" y="54868"/>
                    <a:pt x="182298" y="48716"/>
                    <a:pt x="192848" y="43094"/>
                  </a:cubicBezTo>
                  <a:cubicBezTo>
                    <a:pt x="203398" y="37439"/>
                    <a:pt x="214180" y="32345"/>
                    <a:pt x="225227" y="27781"/>
                  </a:cubicBezTo>
                  <a:cubicBezTo>
                    <a:pt x="236240" y="23217"/>
                    <a:pt x="247485" y="19182"/>
                    <a:pt x="258928" y="15710"/>
                  </a:cubicBezTo>
                  <a:cubicBezTo>
                    <a:pt x="270371" y="12237"/>
                    <a:pt x="281947" y="9360"/>
                    <a:pt x="293654" y="7011"/>
                  </a:cubicBezTo>
                  <a:cubicBezTo>
                    <a:pt x="305362" y="4696"/>
                    <a:pt x="317169" y="2943"/>
                    <a:pt x="329076" y="1753"/>
                  </a:cubicBezTo>
                  <a:cubicBezTo>
                    <a:pt x="340949" y="595"/>
                    <a:pt x="352888" y="0"/>
                    <a:pt x="364827" y="0"/>
                  </a:cubicBezTo>
                  <a:cubicBezTo>
                    <a:pt x="376767" y="0"/>
                    <a:pt x="388706" y="595"/>
                    <a:pt x="400579" y="1753"/>
                  </a:cubicBezTo>
                  <a:cubicBezTo>
                    <a:pt x="412485" y="2943"/>
                    <a:pt x="424292" y="4696"/>
                    <a:pt x="436000" y="7011"/>
                  </a:cubicBezTo>
                  <a:cubicBezTo>
                    <a:pt x="447741" y="9360"/>
                    <a:pt x="459317" y="12237"/>
                    <a:pt x="470727" y="15710"/>
                  </a:cubicBezTo>
                  <a:cubicBezTo>
                    <a:pt x="482170" y="19182"/>
                    <a:pt x="493415" y="23217"/>
                    <a:pt x="504461" y="27781"/>
                  </a:cubicBezTo>
                  <a:cubicBezTo>
                    <a:pt x="515508" y="32345"/>
                    <a:pt x="526289" y="37439"/>
                    <a:pt x="536807" y="43094"/>
                  </a:cubicBezTo>
                  <a:cubicBezTo>
                    <a:pt x="547357" y="48716"/>
                    <a:pt x="557609" y="54868"/>
                    <a:pt x="567531" y="61483"/>
                  </a:cubicBezTo>
                  <a:cubicBezTo>
                    <a:pt x="577453" y="68130"/>
                    <a:pt x="587044" y="75241"/>
                    <a:pt x="596272" y="82815"/>
                  </a:cubicBezTo>
                  <a:cubicBezTo>
                    <a:pt x="605532" y="90388"/>
                    <a:pt x="614363" y="98425"/>
                    <a:pt x="622829" y="106859"/>
                  </a:cubicBezTo>
                  <a:cubicBezTo>
                    <a:pt x="631263" y="115325"/>
                    <a:pt x="639266" y="124156"/>
                    <a:pt x="646873" y="133383"/>
                  </a:cubicBezTo>
                  <a:cubicBezTo>
                    <a:pt x="654447" y="142643"/>
                    <a:pt x="661558" y="152235"/>
                    <a:pt x="668205" y="162157"/>
                  </a:cubicBezTo>
                  <a:cubicBezTo>
                    <a:pt x="674820" y="172078"/>
                    <a:pt x="680971" y="182331"/>
                    <a:pt x="686594" y="192848"/>
                  </a:cubicBezTo>
                  <a:cubicBezTo>
                    <a:pt x="692216" y="203398"/>
                    <a:pt x="697342" y="214180"/>
                    <a:pt x="701907" y="225227"/>
                  </a:cubicBezTo>
                  <a:cubicBezTo>
                    <a:pt x="706471" y="236273"/>
                    <a:pt x="710506" y="247518"/>
                    <a:pt x="713978" y="258928"/>
                  </a:cubicBezTo>
                  <a:cubicBezTo>
                    <a:pt x="717451" y="270371"/>
                    <a:pt x="720328" y="281947"/>
                    <a:pt x="722676" y="293688"/>
                  </a:cubicBezTo>
                  <a:cubicBezTo>
                    <a:pt x="724991" y="305395"/>
                    <a:pt x="726744" y="317202"/>
                    <a:pt x="727935" y="329076"/>
                  </a:cubicBezTo>
                  <a:cubicBezTo>
                    <a:pt x="729092" y="340982"/>
                    <a:pt x="729688" y="352888"/>
                    <a:pt x="729688" y="36486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lbert Sans Light"/>
                <a:ea typeface="Albert Sans Light"/>
                <a:cs typeface="Albert Sans Light"/>
                <a:sym typeface="Albert Sans Light"/>
              </a:endParaRPr>
            </a:p>
          </p:txBody>
        </p:sp>
        <p:sp>
          <p:nvSpPr>
            <p:cNvPr id="431" name="Google Shape;431;p50"/>
            <p:cNvSpPr/>
            <p:nvPr/>
          </p:nvSpPr>
          <p:spPr>
            <a:xfrm>
              <a:off x="5979054" y="2816291"/>
              <a:ext cx="729687" cy="729687"/>
            </a:xfrm>
            <a:custGeom>
              <a:rect b="b" l="l" r="r" t="t"/>
              <a:pathLst>
                <a:path extrusionOk="0" h="729687" w="729687">
                  <a:moveTo>
                    <a:pt x="729688" y="364860"/>
                  </a:moveTo>
                  <a:cubicBezTo>
                    <a:pt x="729688" y="376800"/>
                    <a:pt x="729092" y="388706"/>
                    <a:pt x="727935" y="400612"/>
                  </a:cubicBezTo>
                  <a:cubicBezTo>
                    <a:pt x="726744" y="412519"/>
                    <a:pt x="724991" y="424292"/>
                    <a:pt x="722676" y="436033"/>
                  </a:cubicBezTo>
                  <a:cubicBezTo>
                    <a:pt x="720328" y="447741"/>
                    <a:pt x="717451" y="459317"/>
                    <a:pt x="713978" y="470760"/>
                  </a:cubicBezTo>
                  <a:cubicBezTo>
                    <a:pt x="710506" y="482203"/>
                    <a:pt x="706471" y="493415"/>
                    <a:pt x="701907" y="504461"/>
                  </a:cubicBezTo>
                  <a:cubicBezTo>
                    <a:pt x="697342" y="515508"/>
                    <a:pt x="692216" y="526289"/>
                    <a:pt x="686594" y="536840"/>
                  </a:cubicBezTo>
                  <a:cubicBezTo>
                    <a:pt x="680971" y="547390"/>
                    <a:pt x="674820" y="557609"/>
                    <a:pt x="668205" y="567531"/>
                  </a:cubicBezTo>
                  <a:cubicBezTo>
                    <a:pt x="661558" y="577486"/>
                    <a:pt x="654447" y="587077"/>
                    <a:pt x="646873" y="596305"/>
                  </a:cubicBezTo>
                  <a:cubicBezTo>
                    <a:pt x="639266" y="605532"/>
                    <a:pt x="631263" y="614396"/>
                    <a:pt x="622829" y="622829"/>
                  </a:cubicBezTo>
                  <a:cubicBezTo>
                    <a:pt x="614363" y="631296"/>
                    <a:pt x="605532" y="639300"/>
                    <a:pt x="596272" y="646873"/>
                  </a:cubicBezTo>
                  <a:cubicBezTo>
                    <a:pt x="587044" y="654447"/>
                    <a:pt x="577453" y="661558"/>
                    <a:pt x="567531" y="668205"/>
                  </a:cubicBezTo>
                  <a:cubicBezTo>
                    <a:pt x="557609" y="674853"/>
                    <a:pt x="547357" y="680971"/>
                    <a:pt x="536807" y="686627"/>
                  </a:cubicBezTo>
                  <a:cubicBezTo>
                    <a:pt x="526289" y="692249"/>
                    <a:pt x="515508" y="697342"/>
                    <a:pt x="504461" y="701907"/>
                  </a:cubicBezTo>
                  <a:cubicBezTo>
                    <a:pt x="493415" y="706504"/>
                    <a:pt x="482170" y="710506"/>
                    <a:pt x="470727" y="713978"/>
                  </a:cubicBezTo>
                  <a:cubicBezTo>
                    <a:pt x="459317" y="717451"/>
                    <a:pt x="447741" y="720361"/>
                    <a:pt x="436000" y="722676"/>
                  </a:cubicBezTo>
                  <a:cubicBezTo>
                    <a:pt x="424292" y="725025"/>
                    <a:pt x="412485" y="726777"/>
                    <a:pt x="400579" y="727935"/>
                  </a:cubicBezTo>
                  <a:cubicBezTo>
                    <a:pt x="388706" y="729092"/>
                    <a:pt x="376767" y="729688"/>
                    <a:pt x="364827" y="729688"/>
                  </a:cubicBezTo>
                  <a:cubicBezTo>
                    <a:pt x="352888" y="729688"/>
                    <a:pt x="340949" y="729092"/>
                    <a:pt x="329076" y="727935"/>
                  </a:cubicBezTo>
                  <a:cubicBezTo>
                    <a:pt x="317169" y="726777"/>
                    <a:pt x="305362" y="725025"/>
                    <a:pt x="293654" y="722676"/>
                  </a:cubicBezTo>
                  <a:cubicBezTo>
                    <a:pt x="281947" y="720361"/>
                    <a:pt x="270371" y="717451"/>
                    <a:pt x="258928" y="713978"/>
                  </a:cubicBezTo>
                  <a:cubicBezTo>
                    <a:pt x="247485" y="710506"/>
                    <a:pt x="236240" y="706504"/>
                    <a:pt x="225227" y="701907"/>
                  </a:cubicBezTo>
                  <a:cubicBezTo>
                    <a:pt x="214180" y="697342"/>
                    <a:pt x="203398" y="692249"/>
                    <a:pt x="192848" y="686627"/>
                  </a:cubicBezTo>
                  <a:cubicBezTo>
                    <a:pt x="182298" y="680971"/>
                    <a:pt x="172078" y="674853"/>
                    <a:pt x="162123" y="668205"/>
                  </a:cubicBezTo>
                  <a:cubicBezTo>
                    <a:pt x="152202" y="661558"/>
                    <a:pt x="142610" y="654447"/>
                    <a:pt x="133383" y="646873"/>
                  </a:cubicBezTo>
                  <a:cubicBezTo>
                    <a:pt x="124156" y="639300"/>
                    <a:pt x="115292" y="631296"/>
                    <a:pt x="106859" y="622829"/>
                  </a:cubicBezTo>
                  <a:cubicBezTo>
                    <a:pt x="98392" y="614396"/>
                    <a:pt x="90388" y="605532"/>
                    <a:pt x="82815" y="596305"/>
                  </a:cubicBezTo>
                  <a:cubicBezTo>
                    <a:pt x="75241" y="587077"/>
                    <a:pt x="68130" y="577486"/>
                    <a:pt x="61483" y="567531"/>
                  </a:cubicBezTo>
                  <a:cubicBezTo>
                    <a:pt x="54835" y="557609"/>
                    <a:pt x="48716" y="547390"/>
                    <a:pt x="43061" y="536840"/>
                  </a:cubicBezTo>
                  <a:cubicBezTo>
                    <a:pt x="37439" y="526289"/>
                    <a:pt x="32345" y="515508"/>
                    <a:pt x="27748" y="504461"/>
                  </a:cubicBezTo>
                  <a:cubicBezTo>
                    <a:pt x="23184" y="493415"/>
                    <a:pt x="19182" y="482203"/>
                    <a:pt x="15710" y="470760"/>
                  </a:cubicBezTo>
                  <a:cubicBezTo>
                    <a:pt x="12237" y="459317"/>
                    <a:pt x="9327" y="447741"/>
                    <a:pt x="7011" y="436033"/>
                  </a:cubicBezTo>
                  <a:cubicBezTo>
                    <a:pt x="4663" y="424292"/>
                    <a:pt x="2910" y="412519"/>
                    <a:pt x="1753" y="400612"/>
                  </a:cubicBezTo>
                  <a:cubicBezTo>
                    <a:pt x="562" y="388706"/>
                    <a:pt x="0" y="376800"/>
                    <a:pt x="0" y="364860"/>
                  </a:cubicBezTo>
                  <a:cubicBezTo>
                    <a:pt x="0" y="352888"/>
                    <a:pt x="562" y="340982"/>
                    <a:pt x="1753" y="329076"/>
                  </a:cubicBezTo>
                  <a:cubicBezTo>
                    <a:pt x="2910" y="317202"/>
                    <a:pt x="4663" y="305395"/>
                    <a:pt x="7011" y="293688"/>
                  </a:cubicBezTo>
                  <a:cubicBezTo>
                    <a:pt x="9327" y="281947"/>
                    <a:pt x="12237" y="270371"/>
                    <a:pt x="15710" y="258928"/>
                  </a:cubicBezTo>
                  <a:cubicBezTo>
                    <a:pt x="19182" y="247518"/>
                    <a:pt x="23184" y="236273"/>
                    <a:pt x="27748" y="225227"/>
                  </a:cubicBezTo>
                  <a:cubicBezTo>
                    <a:pt x="32345" y="214180"/>
                    <a:pt x="37439" y="203398"/>
                    <a:pt x="43061" y="192848"/>
                  </a:cubicBezTo>
                  <a:cubicBezTo>
                    <a:pt x="48716" y="182331"/>
                    <a:pt x="54835" y="172078"/>
                    <a:pt x="61483" y="162157"/>
                  </a:cubicBezTo>
                  <a:cubicBezTo>
                    <a:pt x="68130" y="152235"/>
                    <a:pt x="75241" y="142643"/>
                    <a:pt x="82815" y="133383"/>
                  </a:cubicBezTo>
                  <a:cubicBezTo>
                    <a:pt x="90388" y="124156"/>
                    <a:pt x="98392" y="115325"/>
                    <a:pt x="106859" y="106859"/>
                  </a:cubicBezTo>
                  <a:cubicBezTo>
                    <a:pt x="115292" y="98425"/>
                    <a:pt x="124156" y="90388"/>
                    <a:pt x="133383" y="82815"/>
                  </a:cubicBezTo>
                  <a:cubicBezTo>
                    <a:pt x="142610" y="75241"/>
                    <a:pt x="152202" y="68130"/>
                    <a:pt x="162123" y="61483"/>
                  </a:cubicBezTo>
                  <a:cubicBezTo>
                    <a:pt x="172078" y="54868"/>
                    <a:pt x="182298" y="48716"/>
                    <a:pt x="192848" y="43094"/>
                  </a:cubicBezTo>
                  <a:cubicBezTo>
                    <a:pt x="203398" y="37439"/>
                    <a:pt x="214180" y="32345"/>
                    <a:pt x="225227" y="27781"/>
                  </a:cubicBezTo>
                  <a:cubicBezTo>
                    <a:pt x="236240" y="23217"/>
                    <a:pt x="247485" y="19182"/>
                    <a:pt x="258928" y="15710"/>
                  </a:cubicBezTo>
                  <a:cubicBezTo>
                    <a:pt x="270371" y="12237"/>
                    <a:pt x="281947" y="9360"/>
                    <a:pt x="293654" y="7011"/>
                  </a:cubicBezTo>
                  <a:cubicBezTo>
                    <a:pt x="305362" y="4696"/>
                    <a:pt x="317169" y="2943"/>
                    <a:pt x="329076" y="1753"/>
                  </a:cubicBezTo>
                  <a:cubicBezTo>
                    <a:pt x="340949" y="595"/>
                    <a:pt x="352888" y="0"/>
                    <a:pt x="364827" y="0"/>
                  </a:cubicBezTo>
                  <a:cubicBezTo>
                    <a:pt x="376767" y="0"/>
                    <a:pt x="388706" y="595"/>
                    <a:pt x="400579" y="1753"/>
                  </a:cubicBezTo>
                  <a:cubicBezTo>
                    <a:pt x="412485" y="2943"/>
                    <a:pt x="424292" y="4696"/>
                    <a:pt x="436000" y="7011"/>
                  </a:cubicBezTo>
                  <a:cubicBezTo>
                    <a:pt x="447741" y="9360"/>
                    <a:pt x="459317" y="12237"/>
                    <a:pt x="470727" y="15710"/>
                  </a:cubicBezTo>
                  <a:cubicBezTo>
                    <a:pt x="482170" y="19182"/>
                    <a:pt x="493415" y="23217"/>
                    <a:pt x="504461" y="27781"/>
                  </a:cubicBezTo>
                  <a:cubicBezTo>
                    <a:pt x="515508" y="32345"/>
                    <a:pt x="526289" y="37439"/>
                    <a:pt x="536807" y="43094"/>
                  </a:cubicBezTo>
                  <a:cubicBezTo>
                    <a:pt x="547357" y="48716"/>
                    <a:pt x="557609" y="54868"/>
                    <a:pt x="567531" y="61483"/>
                  </a:cubicBezTo>
                  <a:cubicBezTo>
                    <a:pt x="577453" y="68130"/>
                    <a:pt x="587044" y="75241"/>
                    <a:pt x="596272" y="82815"/>
                  </a:cubicBezTo>
                  <a:cubicBezTo>
                    <a:pt x="605532" y="90388"/>
                    <a:pt x="614363" y="98425"/>
                    <a:pt x="622829" y="106859"/>
                  </a:cubicBezTo>
                  <a:cubicBezTo>
                    <a:pt x="631263" y="115325"/>
                    <a:pt x="639266" y="124156"/>
                    <a:pt x="646873" y="133383"/>
                  </a:cubicBezTo>
                  <a:cubicBezTo>
                    <a:pt x="654447" y="142643"/>
                    <a:pt x="661558" y="152235"/>
                    <a:pt x="668205" y="162157"/>
                  </a:cubicBezTo>
                  <a:cubicBezTo>
                    <a:pt x="674820" y="172078"/>
                    <a:pt x="680971" y="182331"/>
                    <a:pt x="686594" y="192848"/>
                  </a:cubicBezTo>
                  <a:cubicBezTo>
                    <a:pt x="692216" y="203398"/>
                    <a:pt x="697342" y="214180"/>
                    <a:pt x="701907" y="225227"/>
                  </a:cubicBezTo>
                  <a:cubicBezTo>
                    <a:pt x="706471" y="236273"/>
                    <a:pt x="710506" y="247518"/>
                    <a:pt x="713978" y="258928"/>
                  </a:cubicBezTo>
                  <a:cubicBezTo>
                    <a:pt x="717451" y="270371"/>
                    <a:pt x="720328" y="281947"/>
                    <a:pt x="722676" y="293688"/>
                  </a:cubicBezTo>
                  <a:cubicBezTo>
                    <a:pt x="724991" y="305395"/>
                    <a:pt x="726744" y="317202"/>
                    <a:pt x="727935" y="329076"/>
                  </a:cubicBezTo>
                  <a:cubicBezTo>
                    <a:pt x="729092" y="340982"/>
                    <a:pt x="729688" y="352888"/>
                    <a:pt x="729688" y="364860"/>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lbert Sans Light"/>
                <a:ea typeface="Albert Sans Light"/>
                <a:cs typeface="Albert Sans Light"/>
                <a:sym typeface="Albert Sans Light"/>
              </a:endParaRPr>
            </a:p>
          </p:txBody>
        </p:sp>
        <p:sp>
          <p:nvSpPr>
            <p:cNvPr id="432" name="Google Shape;432;p50"/>
            <p:cNvSpPr/>
            <p:nvPr/>
          </p:nvSpPr>
          <p:spPr>
            <a:xfrm>
              <a:off x="6170579" y="2993032"/>
              <a:ext cx="376105" cy="376105"/>
            </a:xfrm>
            <a:custGeom>
              <a:rect b="b" l="l" r="r" t="t"/>
              <a:pathLst>
                <a:path extrusionOk="0" h="376105" w="376105">
                  <a:moveTo>
                    <a:pt x="376105" y="152069"/>
                  </a:moveTo>
                  <a:lnTo>
                    <a:pt x="224102" y="152069"/>
                  </a:lnTo>
                  <a:lnTo>
                    <a:pt x="224102" y="0"/>
                  </a:lnTo>
                  <a:lnTo>
                    <a:pt x="152036" y="0"/>
                  </a:lnTo>
                  <a:lnTo>
                    <a:pt x="152036" y="152069"/>
                  </a:lnTo>
                  <a:lnTo>
                    <a:pt x="0" y="152069"/>
                  </a:lnTo>
                  <a:lnTo>
                    <a:pt x="0" y="224135"/>
                  </a:lnTo>
                  <a:lnTo>
                    <a:pt x="152036" y="224135"/>
                  </a:lnTo>
                  <a:lnTo>
                    <a:pt x="152036" y="376105"/>
                  </a:lnTo>
                  <a:lnTo>
                    <a:pt x="224102" y="376105"/>
                  </a:lnTo>
                  <a:lnTo>
                    <a:pt x="224102" y="224135"/>
                  </a:lnTo>
                  <a:lnTo>
                    <a:pt x="376105" y="224135"/>
                  </a:lnTo>
                  <a:close/>
                </a:path>
              </a:pathLst>
            </a:custGeom>
            <a:solidFill>
              <a:srgbClr val="FFFFFF"/>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lbert Sans Light"/>
                <a:ea typeface="Albert Sans Light"/>
                <a:cs typeface="Albert Sans Light"/>
                <a:sym typeface="Albert Sans Light"/>
              </a:endParaRPr>
            </a:p>
          </p:txBody>
        </p:sp>
        <p:sp>
          <p:nvSpPr>
            <p:cNvPr id="433" name="Google Shape;433;p50"/>
            <p:cNvSpPr/>
            <p:nvPr/>
          </p:nvSpPr>
          <p:spPr>
            <a:xfrm>
              <a:off x="5483588" y="3311756"/>
              <a:ext cx="729687" cy="729687"/>
            </a:xfrm>
            <a:custGeom>
              <a:rect b="b" l="l" r="r" t="t"/>
              <a:pathLst>
                <a:path extrusionOk="0" h="729687" w="729687">
                  <a:moveTo>
                    <a:pt x="729688" y="364860"/>
                  </a:moveTo>
                  <a:cubicBezTo>
                    <a:pt x="729688" y="376800"/>
                    <a:pt x="729092" y="388706"/>
                    <a:pt x="727935" y="400612"/>
                  </a:cubicBezTo>
                  <a:cubicBezTo>
                    <a:pt x="726744" y="412519"/>
                    <a:pt x="724991" y="424292"/>
                    <a:pt x="722676" y="436033"/>
                  </a:cubicBezTo>
                  <a:cubicBezTo>
                    <a:pt x="720328" y="447741"/>
                    <a:pt x="717451" y="459317"/>
                    <a:pt x="713978" y="470760"/>
                  </a:cubicBezTo>
                  <a:cubicBezTo>
                    <a:pt x="710506" y="482203"/>
                    <a:pt x="706471" y="493415"/>
                    <a:pt x="701907" y="504461"/>
                  </a:cubicBezTo>
                  <a:cubicBezTo>
                    <a:pt x="697342" y="515508"/>
                    <a:pt x="692216" y="526289"/>
                    <a:pt x="686594" y="536840"/>
                  </a:cubicBezTo>
                  <a:cubicBezTo>
                    <a:pt x="680971" y="547390"/>
                    <a:pt x="674820" y="557609"/>
                    <a:pt x="668205" y="567531"/>
                  </a:cubicBezTo>
                  <a:cubicBezTo>
                    <a:pt x="661558" y="577486"/>
                    <a:pt x="654447" y="587077"/>
                    <a:pt x="646873" y="596305"/>
                  </a:cubicBezTo>
                  <a:cubicBezTo>
                    <a:pt x="639266" y="605532"/>
                    <a:pt x="631263" y="614396"/>
                    <a:pt x="622829" y="622829"/>
                  </a:cubicBezTo>
                  <a:cubicBezTo>
                    <a:pt x="614363" y="631296"/>
                    <a:pt x="605532" y="639300"/>
                    <a:pt x="596272" y="646873"/>
                  </a:cubicBezTo>
                  <a:cubicBezTo>
                    <a:pt x="587044" y="654447"/>
                    <a:pt x="577453" y="661558"/>
                    <a:pt x="567531" y="668205"/>
                  </a:cubicBezTo>
                  <a:cubicBezTo>
                    <a:pt x="557609" y="674853"/>
                    <a:pt x="547357" y="680971"/>
                    <a:pt x="536807" y="686627"/>
                  </a:cubicBezTo>
                  <a:cubicBezTo>
                    <a:pt x="526289" y="692249"/>
                    <a:pt x="515508" y="697342"/>
                    <a:pt x="504461" y="701907"/>
                  </a:cubicBezTo>
                  <a:cubicBezTo>
                    <a:pt x="493415" y="706504"/>
                    <a:pt x="482170" y="710506"/>
                    <a:pt x="470727" y="713978"/>
                  </a:cubicBezTo>
                  <a:cubicBezTo>
                    <a:pt x="459317" y="717451"/>
                    <a:pt x="447741" y="720361"/>
                    <a:pt x="436000" y="722676"/>
                  </a:cubicBezTo>
                  <a:cubicBezTo>
                    <a:pt x="424292" y="725025"/>
                    <a:pt x="412485" y="726777"/>
                    <a:pt x="400579" y="727935"/>
                  </a:cubicBezTo>
                  <a:cubicBezTo>
                    <a:pt x="388706" y="729092"/>
                    <a:pt x="376767" y="729688"/>
                    <a:pt x="364827" y="729688"/>
                  </a:cubicBezTo>
                  <a:cubicBezTo>
                    <a:pt x="352888" y="729688"/>
                    <a:pt x="340949" y="729092"/>
                    <a:pt x="329076" y="727935"/>
                  </a:cubicBezTo>
                  <a:cubicBezTo>
                    <a:pt x="317169" y="726777"/>
                    <a:pt x="305362" y="725025"/>
                    <a:pt x="293654" y="722676"/>
                  </a:cubicBezTo>
                  <a:cubicBezTo>
                    <a:pt x="281947" y="720361"/>
                    <a:pt x="270371" y="717451"/>
                    <a:pt x="258928" y="713978"/>
                  </a:cubicBezTo>
                  <a:cubicBezTo>
                    <a:pt x="247485" y="710506"/>
                    <a:pt x="236240" y="706504"/>
                    <a:pt x="225227" y="701907"/>
                  </a:cubicBezTo>
                  <a:cubicBezTo>
                    <a:pt x="214180" y="697342"/>
                    <a:pt x="203398" y="692249"/>
                    <a:pt x="192848" y="686627"/>
                  </a:cubicBezTo>
                  <a:cubicBezTo>
                    <a:pt x="182298" y="680971"/>
                    <a:pt x="172078" y="674853"/>
                    <a:pt x="162123" y="668205"/>
                  </a:cubicBezTo>
                  <a:cubicBezTo>
                    <a:pt x="152202" y="661558"/>
                    <a:pt x="142610" y="654447"/>
                    <a:pt x="133383" y="646873"/>
                  </a:cubicBezTo>
                  <a:cubicBezTo>
                    <a:pt x="124156" y="639300"/>
                    <a:pt x="115292" y="631296"/>
                    <a:pt x="106859" y="622829"/>
                  </a:cubicBezTo>
                  <a:cubicBezTo>
                    <a:pt x="98392" y="614396"/>
                    <a:pt x="90388" y="605532"/>
                    <a:pt x="82815" y="596305"/>
                  </a:cubicBezTo>
                  <a:cubicBezTo>
                    <a:pt x="75241" y="587077"/>
                    <a:pt x="68130" y="577486"/>
                    <a:pt x="61483" y="567531"/>
                  </a:cubicBezTo>
                  <a:cubicBezTo>
                    <a:pt x="54835" y="557609"/>
                    <a:pt x="48716" y="547390"/>
                    <a:pt x="43061" y="536840"/>
                  </a:cubicBezTo>
                  <a:cubicBezTo>
                    <a:pt x="37439" y="526289"/>
                    <a:pt x="32345" y="515508"/>
                    <a:pt x="27748" y="504461"/>
                  </a:cubicBezTo>
                  <a:cubicBezTo>
                    <a:pt x="23184" y="493415"/>
                    <a:pt x="19182" y="482203"/>
                    <a:pt x="15710" y="470760"/>
                  </a:cubicBezTo>
                  <a:cubicBezTo>
                    <a:pt x="12237" y="459317"/>
                    <a:pt x="9327" y="447741"/>
                    <a:pt x="7011" y="436033"/>
                  </a:cubicBezTo>
                  <a:cubicBezTo>
                    <a:pt x="4663" y="424292"/>
                    <a:pt x="2910" y="412519"/>
                    <a:pt x="1753" y="400612"/>
                  </a:cubicBezTo>
                  <a:cubicBezTo>
                    <a:pt x="562" y="388706"/>
                    <a:pt x="0" y="376800"/>
                    <a:pt x="0" y="364860"/>
                  </a:cubicBezTo>
                  <a:cubicBezTo>
                    <a:pt x="0" y="352888"/>
                    <a:pt x="562" y="340982"/>
                    <a:pt x="1753" y="329076"/>
                  </a:cubicBezTo>
                  <a:cubicBezTo>
                    <a:pt x="2910" y="317202"/>
                    <a:pt x="4663" y="305395"/>
                    <a:pt x="7011" y="293688"/>
                  </a:cubicBezTo>
                  <a:cubicBezTo>
                    <a:pt x="9327" y="281947"/>
                    <a:pt x="12237" y="270371"/>
                    <a:pt x="15710" y="258928"/>
                  </a:cubicBezTo>
                  <a:cubicBezTo>
                    <a:pt x="19182" y="247518"/>
                    <a:pt x="23184" y="236273"/>
                    <a:pt x="27748" y="225227"/>
                  </a:cubicBezTo>
                  <a:cubicBezTo>
                    <a:pt x="32345" y="214180"/>
                    <a:pt x="37439" y="203398"/>
                    <a:pt x="43061" y="192881"/>
                  </a:cubicBezTo>
                  <a:cubicBezTo>
                    <a:pt x="48716" y="182331"/>
                    <a:pt x="54835" y="172078"/>
                    <a:pt x="61483" y="162157"/>
                  </a:cubicBezTo>
                  <a:cubicBezTo>
                    <a:pt x="68130" y="152235"/>
                    <a:pt x="75241" y="142643"/>
                    <a:pt x="82815" y="133383"/>
                  </a:cubicBezTo>
                  <a:cubicBezTo>
                    <a:pt x="90388" y="124156"/>
                    <a:pt x="98392" y="115325"/>
                    <a:pt x="106859" y="106859"/>
                  </a:cubicBezTo>
                  <a:cubicBezTo>
                    <a:pt x="115292" y="98425"/>
                    <a:pt x="124156" y="90388"/>
                    <a:pt x="133383" y="82815"/>
                  </a:cubicBezTo>
                  <a:cubicBezTo>
                    <a:pt x="142610" y="75241"/>
                    <a:pt x="152202" y="68130"/>
                    <a:pt x="162123" y="61483"/>
                  </a:cubicBezTo>
                  <a:cubicBezTo>
                    <a:pt x="172078" y="54868"/>
                    <a:pt x="182298" y="48716"/>
                    <a:pt x="192848" y="43094"/>
                  </a:cubicBezTo>
                  <a:cubicBezTo>
                    <a:pt x="203398" y="37472"/>
                    <a:pt x="214180" y="32345"/>
                    <a:pt x="225227" y="27781"/>
                  </a:cubicBezTo>
                  <a:cubicBezTo>
                    <a:pt x="236240" y="23217"/>
                    <a:pt x="247485" y="19182"/>
                    <a:pt x="258928" y="15710"/>
                  </a:cubicBezTo>
                  <a:cubicBezTo>
                    <a:pt x="270371" y="12237"/>
                    <a:pt x="281947" y="9360"/>
                    <a:pt x="293654" y="7011"/>
                  </a:cubicBezTo>
                  <a:cubicBezTo>
                    <a:pt x="305362" y="4696"/>
                    <a:pt x="317169" y="2943"/>
                    <a:pt x="329076" y="1753"/>
                  </a:cubicBezTo>
                  <a:cubicBezTo>
                    <a:pt x="340949" y="595"/>
                    <a:pt x="352888" y="0"/>
                    <a:pt x="364827" y="0"/>
                  </a:cubicBezTo>
                  <a:cubicBezTo>
                    <a:pt x="376767" y="0"/>
                    <a:pt x="388706" y="595"/>
                    <a:pt x="400579" y="1753"/>
                  </a:cubicBezTo>
                  <a:cubicBezTo>
                    <a:pt x="412485" y="2943"/>
                    <a:pt x="424292" y="4696"/>
                    <a:pt x="436000" y="7011"/>
                  </a:cubicBezTo>
                  <a:cubicBezTo>
                    <a:pt x="447741" y="9360"/>
                    <a:pt x="459317" y="12237"/>
                    <a:pt x="470727" y="15710"/>
                  </a:cubicBezTo>
                  <a:cubicBezTo>
                    <a:pt x="482170" y="19182"/>
                    <a:pt x="493415" y="23217"/>
                    <a:pt x="504461" y="27781"/>
                  </a:cubicBezTo>
                  <a:cubicBezTo>
                    <a:pt x="515508" y="32345"/>
                    <a:pt x="526289" y="37439"/>
                    <a:pt x="536807" y="43094"/>
                  </a:cubicBezTo>
                  <a:cubicBezTo>
                    <a:pt x="547357" y="48716"/>
                    <a:pt x="557609" y="54868"/>
                    <a:pt x="567531" y="61483"/>
                  </a:cubicBezTo>
                  <a:cubicBezTo>
                    <a:pt x="577453" y="68130"/>
                    <a:pt x="587044" y="75241"/>
                    <a:pt x="596272" y="82815"/>
                  </a:cubicBezTo>
                  <a:cubicBezTo>
                    <a:pt x="605532" y="90388"/>
                    <a:pt x="614363" y="98425"/>
                    <a:pt x="622829" y="106859"/>
                  </a:cubicBezTo>
                  <a:cubicBezTo>
                    <a:pt x="631263" y="115325"/>
                    <a:pt x="639266" y="124156"/>
                    <a:pt x="646873" y="133383"/>
                  </a:cubicBezTo>
                  <a:cubicBezTo>
                    <a:pt x="654447" y="142643"/>
                    <a:pt x="661558" y="152235"/>
                    <a:pt x="668205" y="162157"/>
                  </a:cubicBezTo>
                  <a:cubicBezTo>
                    <a:pt x="674820" y="172078"/>
                    <a:pt x="680971" y="182331"/>
                    <a:pt x="686594" y="192881"/>
                  </a:cubicBezTo>
                  <a:cubicBezTo>
                    <a:pt x="692216" y="203398"/>
                    <a:pt x="697342" y="214180"/>
                    <a:pt x="701907" y="225227"/>
                  </a:cubicBezTo>
                  <a:cubicBezTo>
                    <a:pt x="706471" y="236273"/>
                    <a:pt x="710506" y="247518"/>
                    <a:pt x="713978" y="258928"/>
                  </a:cubicBezTo>
                  <a:cubicBezTo>
                    <a:pt x="717451" y="270371"/>
                    <a:pt x="720328" y="281947"/>
                    <a:pt x="722676" y="293688"/>
                  </a:cubicBezTo>
                  <a:cubicBezTo>
                    <a:pt x="724991" y="305395"/>
                    <a:pt x="726744" y="317202"/>
                    <a:pt x="727935" y="329076"/>
                  </a:cubicBezTo>
                  <a:cubicBezTo>
                    <a:pt x="729092" y="340982"/>
                    <a:pt x="729688" y="352888"/>
                    <a:pt x="729688" y="364860"/>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lbert Sans Light"/>
                <a:ea typeface="Albert Sans Light"/>
                <a:cs typeface="Albert Sans Light"/>
                <a:sym typeface="Albert Sans Light"/>
              </a:endParaRPr>
            </a:p>
          </p:txBody>
        </p:sp>
        <p:sp>
          <p:nvSpPr>
            <p:cNvPr id="434" name="Google Shape;434;p50"/>
            <p:cNvSpPr/>
            <p:nvPr/>
          </p:nvSpPr>
          <p:spPr>
            <a:xfrm>
              <a:off x="5675114" y="3488498"/>
              <a:ext cx="376105" cy="376105"/>
            </a:xfrm>
            <a:custGeom>
              <a:rect b="b" l="l" r="r" t="t"/>
              <a:pathLst>
                <a:path extrusionOk="0" h="376105" w="376105">
                  <a:moveTo>
                    <a:pt x="376105" y="152069"/>
                  </a:moveTo>
                  <a:lnTo>
                    <a:pt x="224102" y="152069"/>
                  </a:lnTo>
                  <a:lnTo>
                    <a:pt x="224102" y="0"/>
                  </a:lnTo>
                  <a:lnTo>
                    <a:pt x="152036" y="0"/>
                  </a:lnTo>
                  <a:lnTo>
                    <a:pt x="152036" y="152069"/>
                  </a:lnTo>
                  <a:lnTo>
                    <a:pt x="0" y="152069"/>
                  </a:lnTo>
                  <a:lnTo>
                    <a:pt x="0" y="224135"/>
                  </a:lnTo>
                  <a:lnTo>
                    <a:pt x="152036" y="224135"/>
                  </a:lnTo>
                  <a:lnTo>
                    <a:pt x="152036" y="376105"/>
                  </a:lnTo>
                  <a:lnTo>
                    <a:pt x="224102" y="376105"/>
                  </a:lnTo>
                  <a:lnTo>
                    <a:pt x="224102" y="224135"/>
                  </a:lnTo>
                  <a:lnTo>
                    <a:pt x="376105" y="224135"/>
                  </a:lnTo>
                  <a:close/>
                </a:path>
              </a:pathLst>
            </a:custGeom>
            <a:solidFill>
              <a:srgbClr val="FFFFFF"/>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lbert Sans Light"/>
                <a:ea typeface="Albert Sans Light"/>
                <a:cs typeface="Albert Sans Light"/>
                <a:sym typeface="Albert Sans Light"/>
              </a:endParaRPr>
            </a:p>
          </p:txBody>
        </p:sp>
        <p:grpSp>
          <p:nvGrpSpPr>
            <p:cNvPr id="435" name="Google Shape;435;p50"/>
            <p:cNvGrpSpPr/>
            <p:nvPr/>
          </p:nvGrpSpPr>
          <p:grpSpPr>
            <a:xfrm>
              <a:off x="3690970" y="1023705"/>
              <a:ext cx="4810356" cy="4810257"/>
              <a:chOff x="3690970" y="1023705"/>
              <a:chExt cx="4810356" cy="4810257"/>
            </a:xfrm>
          </p:grpSpPr>
          <p:sp>
            <p:nvSpPr>
              <p:cNvPr id="436" name="Google Shape;436;p50"/>
              <p:cNvSpPr/>
              <p:nvPr/>
            </p:nvSpPr>
            <p:spPr>
              <a:xfrm>
                <a:off x="3690970" y="1023705"/>
                <a:ext cx="4810356" cy="4810257"/>
              </a:xfrm>
              <a:custGeom>
                <a:rect b="b" l="l" r="r" t="t"/>
                <a:pathLst>
                  <a:path extrusionOk="0" h="4810257" w="4810356">
                    <a:moveTo>
                      <a:pt x="2405195" y="4810258"/>
                    </a:moveTo>
                    <a:cubicBezTo>
                      <a:pt x="1762787" y="4810258"/>
                      <a:pt x="1158776" y="4560094"/>
                      <a:pt x="704486" y="4105771"/>
                    </a:cubicBezTo>
                    <a:cubicBezTo>
                      <a:pt x="250164" y="3651482"/>
                      <a:pt x="0" y="3047570"/>
                      <a:pt x="0" y="2405063"/>
                    </a:cubicBezTo>
                    <a:cubicBezTo>
                      <a:pt x="0" y="1762588"/>
                      <a:pt x="250164" y="1158677"/>
                      <a:pt x="704486" y="704354"/>
                    </a:cubicBezTo>
                    <a:cubicBezTo>
                      <a:pt x="1158776" y="250164"/>
                      <a:pt x="1762787" y="0"/>
                      <a:pt x="2405195" y="0"/>
                    </a:cubicBezTo>
                    <a:cubicBezTo>
                      <a:pt x="3047570" y="0"/>
                      <a:pt x="3651581" y="250164"/>
                      <a:pt x="4105904" y="704453"/>
                    </a:cubicBezTo>
                    <a:cubicBezTo>
                      <a:pt x="4560193" y="1158743"/>
                      <a:pt x="4810357" y="1762687"/>
                      <a:pt x="4810357" y="2405162"/>
                    </a:cubicBezTo>
                    <a:cubicBezTo>
                      <a:pt x="4810357" y="3047636"/>
                      <a:pt x="4560193" y="3651581"/>
                      <a:pt x="4105904" y="4105870"/>
                    </a:cubicBezTo>
                    <a:cubicBezTo>
                      <a:pt x="3651581" y="4560160"/>
                      <a:pt x="3047570" y="4810258"/>
                      <a:pt x="2405195" y="4810258"/>
                    </a:cubicBezTo>
                    <a:close/>
                    <a:moveTo>
                      <a:pt x="2405195" y="54041"/>
                    </a:moveTo>
                    <a:cubicBezTo>
                      <a:pt x="1108770" y="54041"/>
                      <a:pt x="54074" y="1108770"/>
                      <a:pt x="54074" y="2405162"/>
                    </a:cubicBezTo>
                    <a:cubicBezTo>
                      <a:pt x="54074" y="3701587"/>
                      <a:pt x="1108770" y="4756283"/>
                      <a:pt x="2405195" y="4756283"/>
                    </a:cubicBezTo>
                    <a:cubicBezTo>
                      <a:pt x="3701587" y="4756283"/>
                      <a:pt x="4756316" y="3701587"/>
                      <a:pt x="4756316" y="2405162"/>
                    </a:cubicBezTo>
                    <a:cubicBezTo>
                      <a:pt x="4756316" y="1108770"/>
                      <a:pt x="3701587" y="54041"/>
                      <a:pt x="2405195" y="54041"/>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lbert Sans Light"/>
                  <a:ea typeface="Albert Sans Light"/>
                  <a:cs typeface="Albert Sans Light"/>
                  <a:sym typeface="Albert Sans Light"/>
                </a:endParaRPr>
              </a:p>
            </p:txBody>
          </p:sp>
          <p:sp>
            <p:nvSpPr>
              <p:cNvPr id="437" name="Google Shape;437;p50"/>
              <p:cNvSpPr/>
              <p:nvPr/>
            </p:nvSpPr>
            <p:spPr>
              <a:xfrm>
                <a:off x="3690970" y="1023705"/>
                <a:ext cx="4810356" cy="4810257"/>
              </a:xfrm>
              <a:custGeom>
                <a:rect b="b" l="l" r="r" t="t"/>
                <a:pathLst>
                  <a:path extrusionOk="0" h="4810257" w="4810356">
                    <a:moveTo>
                      <a:pt x="2405195" y="4810258"/>
                    </a:moveTo>
                    <a:cubicBezTo>
                      <a:pt x="1762787" y="4810258"/>
                      <a:pt x="1158776" y="4560094"/>
                      <a:pt x="704486" y="4105771"/>
                    </a:cubicBezTo>
                    <a:cubicBezTo>
                      <a:pt x="250164" y="3651482"/>
                      <a:pt x="0" y="3047570"/>
                      <a:pt x="0" y="2405063"/>
                    </a:cubicBezTo>
                    <a:cubicBezTo>
                      <a:pt x="0" y="1762588"/>
                      <a:pt x="250164" y="1158677"/>
                      <a:pt x="704486" y="704354"/>
                    </a:cubicBezTo>
                    <a:cubicBezTo>
                      <a:pt x="1158776" y="250164"/>
                      <a:pt x="1762787" y="0"/>
                      <a:pt x="2405195" y="0"/>
                    </a:cubicBezTo>
                    <a:cubicBezTo>
                      <a:pt x="3047570" y="0"/>
                      <a:pt x="3651581" y="250164"/>
                      <a:pt x="4105904" y="704453"/>
                    </a:cubicBezTo>
                    <a:cubicBezTo>
                      <a:pt x="4560193" y="1158743"/>
                      <a:pt x="4810357" y="1762687"/>
                      <a:pt x="4810357" y="2405162"/>
                    </a:cubicBezTo>
                    <a:cubicBezTo>
                      <a:pt x="4810357" y="3047636"/>
                      <a:pt x="4560193" y="3651581"/>
                      <a:pt x="4105904" y="4105870"/>
                    </a:cubicBezTo>
                    <a:cubicBezTo>
                      <a:pt x="3651581" y="4560160"/>
                      <a:pt x="3047570" y="4810258"/>
                      <a:pt x="2405195" y="4810258"/>
                    </a:cubicBezTo>
                    <a:close/>
                    <a:moveTo>
                      <a:pt x="2405195" y="54041"/>
                    </a:moveTo>
                    <a:cubicBezTo>
                      <a:pt x="1108770" y="54041"/>
                      <a:pt x="54074" y="1108770"/>
                      <a:pt x="54074" y="2405162"/>
                    </a:cubicBezTo>
                    <a:cubicBezTo>
                      <a:pt x="54074" y="3701587"/>
                      <a:pt x="1108770" y="4756283"/>
                      <a:pt x="2405195" y="4756283"/>
                    </a:cubicBezTo>
                    <a:cubicBezTo>
                      <a:pt x="3701587" y="4756283"/>
                      <a:pt x="4756316" y="3701587"/>
                      <a:pt x="4756316" y="2405162"/>
                    </a:cubicBezTo>
                    <a:cubicBezTo>
                      <a:pt x="4756316" y="1108770"/>
                      <a:pt x="3701587" y="54041"/>
                      <a:pt x="2405195" y="54041"/>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lbert Sans Light"/>
                  <a:ea typeface="Albert Sans Light"/>
                  <a:cs typeface="Albert Sans Light"/>
                  <a:sym typeface="Albert Sans Light"/>
                </a:endParaRPr>
              </a:p>
            </p:txBody>
          </p:sp>
        </p:grpSp>
        <p:sp>
          <p:nvSpPr>
            <p:cNvPr id="438" name="Google Shape;438;p50"/>
            <p:cNvSpPr/>
            <p:nvPr/>
          </p:nvSpPr>
          <p:spPr>
            <a:xfrm>
              <a:off x="8004704" y="3762011"/>
              <a:ext cx="729654" cy="729687"/>
            </a:xfrm>
            <a:custGeom>
              <a:rect b="b" l="l" r="r" t="t"/>
              <a:pathLst>
                <a:path extrusionOk="0" h="729687" w="729654">
                  <a:moveTo>
                    <a:pt x="729655" y="364827"/>
                  </a:moveTo>
                  <a:cubicBezTo>
                    <a:pt x="729655" y="376800"/>
                    <a:pt x="729092" y="388706"/>
                    <a:pt x="727902" y="400612"/>
                  </a:cubicBezTo>
                  <a:cubicBezTo>
                    <a:pt x="726744" y="412485"/>
                    <a:pt x="724991" y="424292"/>
                    <a:pt x="722643" y="436000"/>
                  </a:cubicBezTo>
                  <a:cubicBezTo>
                    <a:pt x="720328" y="447741"/>
                    <a:pt x="717418" y="459317"/>
                    <a:pt x="713945" y="470760"/>
                  </a:cubicBezTo>
                  <a:cubicBezTo>
                    <a:pt x="710506" y="482170"/>
                    <a:pt x="706471" y="493415"/>
                    <a:pt x="701907" y="504461"/>
                  </a:cubicBezTo>
                  <a:cubicBezTo>
                    <a:pt x="697309" y="515508"/>
                    <a:pt x="692216" y="526289"/>
                    <a:pt x="686594" y="536840"/>
                  </a:cubicBezTo>
                  <a:cubicBezTo>
                    <a:pt x="680971" y="547357"/>
                    <a:pt x="674820" y="557609"/>
                    <a:pt x="668172" y="567531"/>
                  </a:cubicBezTo>
                  <a:cubicBezTo>
                    <a:pt x="661558" y="577486"/>
                    <a:pt x="654447" y="587044"/>
                    <a:pt x="646840" y="596305"/>
                  </a:cubicBezTo>
                  <a:cubicBezTo>
                    <a:pt x="639266" y="605532"/>
                    <a:pt x="631263" y="614363"/>
                    <a:pt x="622796" y="622829"/>
                  </a:cubicBezTo>
                  <a:cubicBezTo>
                    <a:pt x="614363" y="631263"/>
                    <a:pt x="605532" y="639300"/>
                    <a:pt x="596272" y="646873"/>
                  </a:cubicBezTo>
                  <a:cubicBezTo>
                    <a:pt x="587044" y="654447"/>
                    <a:pt x="577453" y="661558"/>
                    <a:pt x="567531" y="668205"/>
                  </a:cubicBezTo>
                  <a:cubicBezTo>
                    <a:pt x="557576" y="674820"/>
                    <a:pt x="547357" y="680971"/>
                    <a:pt x="536807" y="686594"/>
                  </a:cubicBezTo>
                  <a:cubicBezTo>
                    <a:pt x="526289" y="692249"/>
                    <a:pt x="515474" y="697342"/>
                    <a:pt x="504461" y="701907"/>
                  </a:cubicBezTo>
                  <a:cubicBezTo>
                    <a:pt x="493415" y="706471"/>
                    <a:pt x="482170" y="710505"/>
                    <a:pt x="470727" y="713978"/>
                  </a:cubicBezTo>
                  <a:cubicBezTo>
                    <a:pt x="459317" y="717451"/>
                    <a:pt x="447741" y="720328"/>
                    <a:pt x="436000" y="722676"/>
                  </a:cubicBezTo>
                  <a:cubicBezTo>
                    <a:pt x="424292" y="724991"/>
                    <a:pt x="412485" y="726744"/>
                    <a:pt x="400579" y="727935"/>
                  </a:cubicBezTo>
                  <a:cubicBezTo>
                    <a:pt x="388706" y="729092"/>
                    <a:pt x="376767" y="729688"/>
                    <a:pt x="364827" y="729688"/>
                  </a:cubicBezTo>
                  <a:cubicBezTo>
                    <a:pt x="352888" y="729688"/>
                    <a:pt x="340949" y="729092"/>
                    <a:pt x="329076" y="727935"/>
                  </a:cubicBezTo>
                  <a:cubicBezTo>
                    <a:pt x="317169" y="726744"/>
                    <a:pt x="305362" y="724991"/>
                    <a:pt x="293654" y="722676"/>
                  </a:cubicBezTo>
                  <a:cubicBezTo>
                    <a:pt x="281947" y="720328"/>
                    <a:pt x="270338" y="717451"/>
                    <a:pt x="258928" y="713978"/>
                  </a:cubicBezTo>
                  <a:cubicBezTo>
                    <a:pt x="247485" y="710505"/>
                    <a:pt x="236240" y="706471"/>
                    <a:pt x="225193" y="701907"/>
                  </a:cubicBezTo>
                  <a:cubicBezTo>
                    <a:pt x="214180" y="697342"/>
                    <a:pt x="203365" y="692249"/>
                    <a:pt x="192848" y="686594"/>
                  </a:cubicBezTo>
                  <a:cubicBezTo>
                    <a:pt x="182298" y="680971"/>
                    <a:pt x="172078" y="674820"/>
                    <a:pt x="162123" y="668205"/>
                  </a:cubicBezTo>
                  <a:cubicBezTo>
                    <a:pt x="152202" y="661558"/>
                    <a:pt x="142610" y="654447"/>
                    <a:pt x="133383" y="646873"/>
                  </a:cubicBezTo>
                  <a:cubicBezTo>
                    <a:pt x="124123" y="639300"/>
                    <a:pt x="115292" y="631263"/>
                    <a:pt x="106859" y="622829"/>
                  </a:cubicBezTo>
                  <a:cubicBezTo>
                    <a:pt x="98392" y="614363"/>
                    <a:pt x="90388" y="605532"/>
                    <a:pt x="82815" y="596305"/>
                  </a:cubicBezTo>
                  <a:cubicBezTo>
                    <a:pt x="75208" y="587044"/>
                    <a:pt x="68097" y="577486"/>
                    <a:pt x="61483" y="567531"/>
                  </a:cubicBezTo>
                  <a:cubicBezTo>
                    <a:pt x="54835" y="557609"/>
                    <a:pt x="48683" y="547357"/>
                    <a:pt x="43061" y="536840"/>
                  </a:cubicBezTo>
                  <a:cubicBezTo>
                    <a:pt x="37439" y="526289"/>
                    <a:pt x="32345" y="515508"/>
                    <a:pt x="27748" y="504461"/>
                  </a:cubicBezTo>
                  <a:cubicBezTo>
                    <a:pt x="23184" y="493415"/>
                    <a:pt x="19149" y="482170"/>
                    <a:pt x="15710" y="470760"/>
                  </a:cubicBezTo>
                  <a:cubicBezTo>
                    <a:pt x="12237" y="459317"/>
                    <a:pt x="9327" y="447741"/>
                    <a:pt x="6978" y="436000"/>
                  </a:cubicBezTo>
                  <a:cubicBezTo>
                    <a:pt x="4663" y="424292"/>
                    <a:pt x="2910" y="412485"/>
                    <a:pt x="1753" y="400612"/>
                  </a:cubicBezTo>
                  <a:cubicBezTo>
                    <a:pt x="562" y="388706"/>
                    <a:pt x="0" y="376800"/>
                    <a:pt x="0" y="364827"/>
                  </a:cubicBezTo>
                  <a:cubicBezTo>
                    <a:pt x="0" y="352888"/>
                    <a:pt x="562" y="340982"/>
                    <a:pt x="1753" y="329076"/>
                  </a:cubicBezTo>
                  <a:cubicBezTo>
                    <a:pt x="2910" y="317202"/>
                    <a:pt x="4663" y="305395"/>
                    <a:pt x="6978" y="293654"/>
                  </a:cubicBezTo>
                  <a:cubicBezTo>
                    <a:pt x="9327" y="281947"/>
                    <a:pt x="12237" y="270371"/>
                    <a:pt x="15710" y="258928"/>
                  </a:cubicBezTo>
                  <a:cubicBezTo>
                    <a:pt x="19149" y="247485"/>
                    <a:pt x="23184" y="236273"/>
                    <a:pt x="27748" y="225227"/>
                  </a:cubicBezTo>
                  <a:cubicBezTo>
                    <a:pt x="32345" y="214180"/>
                    <a:pt x="37439" y="203398"/>
                    <a:pt x="43061" y="192848"/>
                  </a:cubicBezTo>
                  <a:cubicBezTo>
                    <a:pt x="48683" y="182331"/>
                    <a:pt x="54835" y="172078"/>
                    <a:pt x="61483" y="162157"/>
                  </a:cubicBezTo>
                  <a:cubicBezTo>
                    <a:pt x="68097" y="152202"/>
                    <a:pt x="75208" y="142610"/>
                    <a:pt x="82815" y="133383"/>
                  </a:cubicBezTo>
                  <a:cubicBezTo>
                    <a:pt x="90388" y="124156"/>
                    <a:pt x="98392" y="115292"/>
                    <a:pt x="106859" y="106859"/>
                  </a:cubicBezTo>
                  <a:cubicBezTo>
                    <a:pt x="115292" y="98392"/>
                    <a:pt x="124123" y="90388"/>
                    <a:pt x="133383" y="82815"/>
                  </a:cubicBezTo>
                  <a:cubicBezTo>
                    <a:pt x="142610" y="75241"/>
                    <a:pt x="152202" y="68130"/>
                    <a:pt x="162123" y="61483"/>
                  </a:cubicBezTo>
                  <a:cubicBezTo>
                    <a:pt x="172078" y="54835"/>
                    <a:pt x="182298" y="48716"/>
                    <a:pt x="192848" y="43061"/>
                  </a:cubicBezTo>
                  <a:cubicBezTo>
                    <a:pt x="203365" y="37439"/>
                    <a:pt x="214180" y="32345"/>
                    <a:pt x="225193" y="27781"/>
                  </a:cubicBezTo>
                  <a:cubicBezTo>
                    <a:pt x="236240" y="23184"/>
                    <a:pt x="247485" y="19182"/>
                    <a:pt x="258928" y="15710"/>
                  </a:cubicBezTo>
                  <a:cubicBezTo>
                    <a:pt x="270338" y="12237"/>
                    <a:pt x="281947" y="9327"/>
                    <a:pt x="293654" y="7011"/>
                  </a:cubicBezTo>
                  <a:cubicBezTo>
                    <a:pt x="305362" y="4663"/>
                    <a:pt x="317169" y="2910"/>
                    <a:pt x="329076" y="1753"/>
                  </a:cubicBezTo>
                  <a:cubicBezTo>
                    <a:pt x="340949" y="595"/>
                    <a:pt x="352888" y="0"/>
                    <a:pt x="364827" y="0"/>
                  </a:cubicBezTo>
                  <a:cubicBezTo>
                    <a:pt x="376767" y="0"/>
                    <a:pt x="388706" y="595"/>
                    <a:pt x="400579" y="1753"/>
                  </a:cubicBezTo>
                  <a:cubicBezTo>
                    <a:pt x="412485" y="2910"/>
                    <a:pt x="424292" y="4663"/>
                    <a:pt x="436000" y="7011"/>
                  </a:cubicBezTo>
                  <a:cubicBezTo>
                    <a:pt x="447741" y="9327"/>
                    <a:pt x="459317" y="12237"/>
                    <a:pt x="470727" y="15710"/>
                  </a:cubicBezTo>
                  <a:cubicBezTo>
                    <a:pt x="482170" y="19182"/>
                    <a:pt x="493415" y="23184"/>
                    <a:pt x="504461" y="27781"/>
                  </a:cubicBezTo>
                  <a:cubicBezTo>
                    <a:pt x="515474" y="32345"/>
                    <a:pt x="526289" y="37439"/>
                    <a:pt x="536807" y="43061"/>
                  </a:cubicBezTo>
                  <a:cubicBezTo>
                    <a:pt x="547357" y="48716"/>
                    <a:pt x="557576" y="54835"/>
                    <a:pt x="567531" y="61483"/>
                  </a:cubicBezTo>
                  <a:cubicBezTo>
                    <a:pt x="577453" y="68130"/>
                    <a:pt x="587044" y="75241"/>
                    <a:pt x="596272" y="82815"/>
                  </a:cubicBezTo>
                  <a:cubicBezTo>
                    <a:pt x="605532" y="90388"/>
                    <a:pt x="614363" y="98392"/>
                    <a:pt x="622796" y="106859"/>
                  </a:cubicBezTo>
                  <a:cubicBezTo>
                    <a:pt x="631263" y="115292"/>
                    <a:pt x="639266" y="124156"/>
                    <a:pt x="646840" y="133383"/>
                  </a:cubicBezTo>
                  <a:cubicBezTo>
                    <a:pt x="654447" y="142610"/>
                    <a:pt x="661558" y="152202"/>
                    <a:pt x="668172" y="162157"/>
                  </a:cubicBezTo>
                  <a:cubicBezTo>
                    <a:pt x="674820" y="172078"/>
                    <a:pt x="680971" y="182331"/>
                    <a:pt x="686594" y="192848"/>
                  </a:cubicBezTo>
                  <a:cubicBezTo>
                    <a:pt x="692216" y="203398"/>
                    <a:pt x="697309" y="214180"/>
                    <a:pt x="701907" y="225227"/>
                  </a:cubicBezTo>
                  <a:cubicBezTo>
                    <a:pt x="706471" y="236273"/>
                    <a:pt x="710506" y="247485"/>
                    <a:pt x="713945" y="258928"/>
                  </a:cubicBezTo>
                  <a:cubicBezTo>
                    <a:pt x="717418" y="270371"/>
                    <a:pt x="720328" y="281947"/>
                    <a:pt x="722643" y="293654"/>
                  </a:cubicBezTo>
                  <a:cubicBezTo>
                    <a:pt x="724991" y="305395"/>
                    <a:pt x="726744" y="317202"/>
                    <a:pt x="727902" y="329076"/>
                  </a:cubicBezTo>
                  <a:cubicBezTo>
                    <a:pt x="729092" y="340982"/>
                    <a:pt x="729655" y="352888"/>
                    <a:pt x="729655" y="364827"/>
                  </a:cubicBez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lbert Sans Light"/>
                <a:ea typeface="Albert Sans Light"/>
                <a:cs typeface="Albert Sans Light"/>
                <a:sym typeface="Albert Sans Light"/>
              </a:endParaRPr>
            </a:p>
          </p:txBody>
        </p:sp>
        <p:sp>
          <p:nvSpPr>
            <p:cNvPr id="439" name="Google Shape;439;p50"/>
            <p:cNvSpPr/>
            <p:nvPr/>
          </p:nvSpPr>
          <p:spPr>
            <a:xfrm>
              <a:off x="8181511" y="4090822"/>
              <a:ext cx="376105" cy="72065"/>
            </a:xfrm>
            <a:custGeom>
              <a:rect b="b" l="l" r="r" t="t"/>
              <a:pathLst>
                <a:path extrusionOk="0" h="72065" w="376105">
                  <a:moveTo>
                    <a:pt x="0" y="0"/>
                  </a:moveTo>
                  <a:lnTo>
                    <a:pt x="376105" y="0"/>
                  </a:lnTo>
                  <a:lnTo>
                    <a:pt x="376105" y="72066"/>
                  </a:lnTo>
                  <a:lnTo>
                    <a:pt x="0" y="72066"/>
                  </a:lnTo>
                  <a:close/>
                </a:path>
              </a:pathLst>
            </a:custGeom>
            <a:solidFill>
              <a:srgbClr val="FFFFFF"/>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lbert Sans Light"/>
                <a:ea typeface="Albert Sans Light"/>
                <a:cs typeface="Albert Sans Light"/>
                <a:sym typeface="Albert Sans Light"/>
              </a:endParaRPr>
            </a:p>
          </p:txBody>
        </p:sp>
        <p:sp>
          <p:nvSpPr>
            <p:cNvPr id="440" name="Google Shape;440;p50"/>
            <p:cNvSpPr/>
            <p:nvPr/>
          </p:nvSpPr>
          <p:spPr>
            <a:xfrm>
              <a:off x="3457938" y="2366069"/>
              <a:ext cx="729687" cy="729687"/>
            </a:xfrm>
            <a:custGeom>
              <a:rect b="b" l="l" r="r" t="t"/>
              <a:pathLst>
                <a:path extrusionOk="0" h="729687" w="729687">
                  <a:moveTo>
                    <a:pt x="729688" y="364827"/>
                  </a:moveTo>
                  <a:cubicBezTo>
                    <a:pt x="729688" y="376767"/>
                    <a:pt x="729092" y="388706"/>
                    <a:pt x="727935" y="400579"/>
                  </a:cubicBezTo>
                  <a:cubicBezTo>
                    <a:pt x="726744" y="412485"/>
                    <a:pt x="724991" y="424292"/>
                    <a:pt x="722676" y="436000"/>
                  </a:cubicBezTo>
                  <a:cubicBezTo>
                    <a:pt x="720328" y="447741"/>
                    <a:pt x="717451" y="459317"/>
                    <a:pt x="713978" y="470727"/>
                  </a:cubicBezTo>
                  <a:cubicBezTo>
                    <a:pt x="710506" y="482170"/>
                    <a:pt x="706471" y="493415"/>
                    <a:pt x="701907" y="504461"/>
                  </a:cubicBezTo>
                  <a:cubicBezTo>
                    <a:pt x="697342" y="515474"/>
                    <a:pt x="692249" y="526289"/>
                    <a:pt x="686594" y="536807"/>
                  </a:cubicBezTo>
                  <a:cubicBezTo>
                    <a:pt x="680971" y="547357"/>
                    <a:pt x="674820" y="557576"/>
                    <a:pt x="668205" y="567531"/>
                  </a:cubicBezTo>
                  <a:cubicBezTo>
                    <a:pt x="661558" y="577453"/>
                    <a:pt x="654447" y="587044"/>
                    <a:pt x="646873" y="596272"/>
                  </a:cubicBezTo>
                  <a:cubicBezTo>
                    <a:pt x="639300" y="605532"/>
                    <a:pt x="631263" y="614363"/>
                    <a:pt x="622829" y="622796"/>
                  </a:cubicBezTo>
                  <a:cubicBezTo>
                    <a:pt x="614363" y="631263"/>
                    <a:pt x="605532" y="639266"/>
                    <a:pt x="596305" y="646840"/>
                  </a:cubicBezTo>
                  <a:cubicBezTo>
                    <a:pt x="587044" y="654447"/>
                    <a:pt x="577486" y="661558"/>
                    <a:pt x="567531" y="668172"/>
                  </a:cubicBezTo>
                  <a:cubicBezTo>
                    <a:pt x="557609" y="674820"/>
                    <a:pt x="547357" y="680971"/>
                    <a:pt x="536840" y="686594"/>
                  </a:cubicBezTo>
                  <a:cubicBezTo>
                    <a:pt x="526289" y="692216"/>
                    <a:pt x="515508" y="697342"/>
                    <a:pt x="504461" y="701907"/>
                  </a:cubicBezTo>
                  <a:cubicBezTo>
                    <a:pt x="493415" y="706471"/>
                    <a:pt x="482170" y="710506"/>
                    <a:pt x="470760" y="713978"/>
                  </a:cubicBezTo>
                  <a:cubicBezTo>
                    <a:pt x="459317" y="717418"/>
                    <a:pt x="447741" y="720328"/>
                    <a:pt x="436033" y="722676"/>
                  </a:cubicBezTo>
                  <a:cubicBezTo>
                    <a:pt x="424292" y="724991"/>
                    <a:pt x="412485" y="726744"/>
                    <a:pt x="400612" y="727902"/>
                  </a:cubicBezTo>
                  <a:cubicBezTo>
                    <a:pt x="388706" y="729092"/>
                    <a:pt x="376800" y="729688"/>
                    <a:pt x="364827" y="729688"/>
                  </a:cubicBezTo>
                  <a:cubicBezTo>
                    <a:pt x="352888" y="729688"/>
                    <a:pt x="340982" y="729092"/>
                    <a:pt x="329076" y="727902"/>
                  </a:cubicBezTo>
                  <a:cubicBezTo>
                    <a:pt x="317202" y="726744"/>
                    <a:pt x="305395" y="724991"/>
                    <a:pt x="293654" y="722676"/>
                  </a:cubicBezTo>
                  <a:cubicBezTo>
                    <a:pt x="281947" y="720328"/>
                    <a:pt x="270371" y="717418"/>
                    <a:pt x="258928" y="713978"/>
                  </a:cubicBezTo>
                  <a:cubicBezTo>
                    <a:pt x="247485" y="710506"/>
                    <a:pt x="236273" y="706471"/>
                    <a:pt x="225227" y="701907"/>
                  </a:cubicBezTo>
                  <a:cubicBezTo>
                    <a:pt x="214180" y="697342"/>
                    <a:pt x="203398" y="692216"/>
                    <a:pt x="192848" y="686594"/>
                  </a:cubicBezTo>
                  <a:cubicBezTo>
                    <a:pt x="182331" y="680971"/>
                    <a:pt x="172078" y="674820"/>
                    <a:pt x="162157" y="668172"/>
                  </a:cubicBezTo>
                  <a:cubicBezTo>
                    <a:pt x="152202" y="661558"/>
                    <a:pt x="142610" y="654447"/>
                    <a:pt x="133383" y="646840"/>
                  </a:cubicBezTo>
                  <a:cubicBezTo>
                    <a:pt x="124156" y="639266"/>
                    <a:pt x="115292" y="631263"/>
                    <a:pt x="106859" y="622796"/>
                  </a:cubicBezTo>
                  <a:cubicBezTo>
                    <a:pt x="98392" y="614363"/>
                    <a:pt x="90388" y="605532"/>
                    <a:pt x="82815" y="596272"/>
                  </a:cubicBezTo>
                  <a:cubicBezTo>
                    <a:pt x="75241" y="587044"/>
                    <a:pt x="68130" y="577453"/>
                    <a:pt x="61483" y="567531"/>
                  </a:cubicBezTo>
                  <a:cubicBezTo>
                    <a:pt x="54835" y="557576"/>
                    <a:pt x="48716" y="547357"/>
                    <a:pt x="43061" y="536807"/>
                  </a:cubicBezTo>
                  <a:cubicBezTo>
                    <a:pt x="37439" y="526289"/>
                    <a:pt x="32345" y="515474"/>
                    <a:pt x="27781" y="504461"/>
                  </a:cubicBezTo>
                  <a:cubicBezTo>
                    <a:pt x="23184" y="493415"/>
                    <a:pt x="19182" y="482170"/>
                    <a:pt x="15710" y="470727"/>
                  </a:cubicBezTo>
                  <a:cubicBezTo>
                    <a:pt x="12237" y="459317"/>
                    <a:pt x="9327" y="447741"/>
                    <a:pt x="7011" y="436000"/>
                  </a:cubicBezTo>
                  <a:cubicBezTo>
                    <a:pt x="4663" y="424292"/>
                    <a:pt x="2910" y="412485"/>
                    <a:pt x="1753" y="400579"/>
                  </a:cubicBezTo>
                  <a:cubicBezTo>
                    <a:pt x="595" y="388706"/>
                    <a:pt x="0" y="376767"/>
                    <a:pt x="0" y="364827"/>
                  </a:cubicBezTo>
                  <a:cubicBezTo>
                    <a:pt x="0" y="352888"/>
                    <a:pt x="595" y="340949"/>
                    <a:pt x="1753" y="329076"/>
                  </a:cubicBezTo>
                  <a:cubicBezTo>
                    <a:pt x="2910" y="317169"/>
                    <a:pt x="4663" y="305362"/>
                    <a:pt x="7011" y="293654"/>
                  </a:cubicBezTo>
                  <a:cubicBezTo>
                    <a:pt x="9327" y="281947"/>
                    <a:pt x="12237" y="270371"/>
                    <a:pt x="15710" y="258928"/>
                  </a:cubicBezTo>
                  <a:cubicBezTo>
                    <a:pt x="19182" y="247485"/>
                    <a:pt x="23184" y="236240"/>
                    <a:pt x="27781" y="225193"/>
                  </a:cubicBezTo>
                  <a:cubicBezTo>
                    <a:pt x="32345" y="214180"/>
                    <a:pt x="37439" y="203365"/>
                    <a:pt x="43061" y="192848"/>
                  </a:cubicBezTo>
                  <a:cubicBezTo>
                    <a:pt x="48716" y="182298"/>
                    <a:pt x="54835" y="172078"/>
                    <a:pt x="61483" y="162123"/>
                  </a:cubicBezTo>
                  <a:cubicBezTo>
                    <a:pt x="68130" y="152202"/>
                    <a:pt x="75241" y="142610"/>
                    <a:pt x="82815" y="133383"/>
                  </a:cubicBezTo>
                  <a:cubicBezTo>
                    <a:pt x="90388" y="124123"/>
                    <a:pt x="98392" y="115292"/>
                    <a:pt x="106859" y="106859"/>
                  </a:cubicBezTo>
                  <a:cubicBezTo>
                    <a:pt x="115292" y="98392"/>
                    <a:pt x="124156" y="90388"/>
                    <a:pt x="133383" y="82815"/>
                  </a:cubicBezTo>
                  <a:cubicBezTo>
                    <a:pt x="142610" y="75208"/>
                    <a:pt x="152202" y="68097"/>
                    <a:pt x="162157" y="61483"/>
                  </a:cubicBezTo>
                  <a:cubicBezTo>
                    <a:pt x="172078" y="54835"/>
                    <a:pt x="182331" y="48683"/>
                    <a:pt x="192848" y="43061"/>
                  </a:cubicBezTo>
                  <a:cubicBezTo>
                    <a:pt x="203398" y="37439"/>
                    <a:pt x="214180" y="32345"/>
                    <a:pt x="225227" y="27748"/>
                  </a:cubicBezTo>
                  <a:cubicBezTo>
                    <a:pt x="236273" y="23184"/>
                    <a:pt x="247485" y="19149"/>
                    <a:pt x="258928" y="15710"/>
                  </a:cubicBezTo>
                  <a:cubicBezTo>
                    <a:pt x="270371" y="12237"/>
                    <a:pt x="281947" y="9327"/>
                    <a:pt x="293654" y="7011"/>
                  </a:cubicBezTo>
                  <a:cubicBezTo>
                    <a:pt x="305395" y="4663"/>
                    <a:pt x="317202" y="2910"/>
                    <a:pt x="329076" y="1753"/>
                  </a:cubicBezTo>
                  <a:cubicBezTo>
                    <a:pt x="340982" y="562"/>
                    <a:pt x="352888" y="0"/>
                    <a:pt x="364827" y="0"/>
                  </a:cubicBezTo>
                  <a:cubicBezTo>
                    <a:pt x="376800" y="0"/>
                    <a:pt x="388706" y="562"/>
                    <a:pt x="400612" y="1753"/>
                  </a:cubicBezTo>
                  <a:cubicBezTo>
                    <a:pt x="412485" y="2910"/>
                    <a:pt x="424292" y="4663"/>
                    <a:pt x="436000" y="7011"/>
                  </a:cubicBezTo>
                  <a:cubicBezTo>
                    <a:pt x="447741" y="9327"/>
                    <a:pt x="459317" y="12237"/>
                    <a:pt x="470760" y="15710"/>
                  </a:cubicBezTo>
                  <a:cubicBezTo>
                    <a:pt x="482170" y="19149"/>
                    <a:pt x="493415" y="23184"/>
                    <a:pt x="504461" y="27748"/>
                  </a:cubicBezTo>
                  <a:cubicBezTo>
                    <a:pt x="515508" y="32345"/>
                    <a:pt x="526289" y="37439"/>
                    <a:pt x="536840" y="43061"/>
                  </a:cubicBezTo>
                  <a:cubicBezTo>
                    <a:pt x="547357" y="48683"/>
                    <a:pt x="557609" y="54835"/>
                    <a:pt x="567531" y="61483"/>
                  </a:cubicBezTo>
                  <a:cubicBezTo>
                    <a:pt x="577486" y="68097"/>
                    <a:pt x="587044" y="75208"/>
                    <a:pt x="596305" y="82815"/>
                  </a:cubicBezTo>
                  <a:cubicBezTo>
                    <a:pt x="605532" y="90388"/>
                    <a:pt x="614363" y="98392"/>
                    <a:pt x="622829" y="106859"/>
                  </a:cubicBezTo>
                  <a:cubicBezTo>
                    <a:pt x="631263" y="115292"/>
                    <a:pt x="639300" y="124123"/>
                    <a:pt x="646873" y="133383"/>
                  </a:cubicBezTo>
                  <a:cubicBezTo>
                    <a:pt x="654447" y="142610"/>
                    <a:pt x="661558" y="152202"/>
                    <a:pt x="668205" y="162123"/>
                  </a:cubicBezTo>
                  <a:cubicBezTo>
                    <a:pt x="674820" y="172078"/>
                    <a:pt x="680971" y="182298"/>
                    <a:pt x="686594" y="192848"/>
                  </a:cubicBezTo>
                  <a:cubicBezTo>
                    <a:pt x="692249" y="203365"/>
                    <a:pt x="697342" y="214180"/>
                    <a:pt x="701907" y="225193"/>
                  </a:cubicBezTo>
                  <a:cubicBezTo>
                    <a:pt x="706471" y="236240"/>
                    <a:pt x="710506" y="247485"/>
                    <a:pt x="713978" y="258928"/>
                  </a:cubicBezTo>
                  <a:cubicBezTo>
                    <a:pt x="717451" y="270371"/>
                    <a:pt x="720328" y="281947"/>
                    <a:pt x="722676" y="293654"/>
                  </a:cubicBezTo>
                  <a:cubicBezTo>
                    <a:pt x="724991" y="305362"/>
                    <a:pt x="726744" y="317169"/>
                    <a:pt x="727935" y="329076"/>
                  </a:cubicBezTo>
                  <a:cubicBezTo>
                    <a:pt x="729092" y="340949"/>
                    <a:pt x="729688" y="352888"/>
                    <a:pt x="729688" y="364827"/>
                  </a:cubicBezTo>
                  <a:close/>
                </a:path>
              </a:pathLst>
            </a:custGeom>
            <a:solidFill>
              <a:schemeClr val="accent2"/>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lbert Sans Light"/>
                <a:ea typeface="Albert Sans Light"/>
                <a:cs typeface="Albert Sans Light"/>
                <a:sym typeface="Albert Sans Light"/>
              </a:endParaRPr>
            </a:p>
          </p:txBody>
        </p:sp>
        <p:sp>
          <p:nvSpPr>
            <p:cNvPr id="441" name="Google Shape;441;p50"/>
            <p:cNvSpPr/>
            <p:nvPr/>
          </p:nvSpPr>
          <p:spPr>
            <a:xfrm>
              <a:off x="3634680" y="2694880"/>
              <a:ext cx="376105" cy="72065"/>
            </a:xfrm>
            <a:custGeom>
              <a:rect b="b" l="l" r="r" t="t"/>
              <a:pathLst>
                <a:path extrusionOk="0" h="72065" w="376105">
                  <a:moveTo>
                    <a:pt x="0" y="0"/>
                  </a:moveTo>
                  <a:lnTo>
                    <a:pt x="376105" y="0"/>
                  </a:lnTo>
                  <a:lnTo>
                    <a:pt x="376105" y="72066"/>
                  </a:lnTo>
                  <a:lnTo>
                    <a:pt x="0" y="72066"/>
                  </a:lnTo>
                  <a:close/>
                </a:path>
              </a:pathLst>
            </a:custGeom>
            <a:solidFill>
              <a:srgbClr val="FFFFFF"/>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lbert Sans Light"/>
                <a:ea typeface="Albert Sans Light"/>
                <a:cs typeface="Albert Sans Light"/>
                <a:sym typeface="Albert Sans Light"/>
              </a:endParaRPr>
            </a:p>
          </p:txBody>
        </p:sp>
      </p:grpSp>
      <p:sp>
        <p:nvSpPr>
          <p:cNvPr id="442" name="Google Shape;442;p50"/>
          <p:cNvSpPr txBox="1"/>
          <p:nvPr/>
        </p:nvSpPr>
        <p:spPr>
          <a:xfrm>
            <a:off x="2989103" y="1915151"/>
            <a:ext cx="1055892" cy="461665"/>
          </a:xfrm>
          <a:prstGeom prst="rect">
            <a:avLst/>
          </a:prstGeom>
          <a:noFill/>
          <a:ln>
            <a:noFill/>
          </a:ln>
        </p:spPr>
        <p:txBody>
          <a:bodyPr anchorCtr="0" anchor="t" bIns="34275" lIns="68575" spcFirstLastPara="1" rIns="68575" wrap="square" tIns="34275">
            <a:spAutoFit/>
          </a:bodyPr>
          <a:lstStyle/>
          <a:p>
            <a:pPr indent="0" lvl="0" marL="0" marR="0" rtl="0" algn="ctr">
              <a:lnSpc>
                <a:spcPct val="150000"/>
              </a:lnSpc>
              <a:spcBef>
                <a:spcPts val="0"/>
              </a:spcBef>
              <a:spcAft>
                <a:spcPts val="0"/>
              </a:spcAft>
              <a:buNone/>
            </a:pPr>
            <a:r>
              <a:rPr lang="id" sz="900">
                <a:solidFill>
                  <a:schemeClr val="accent2"/>
                </a:solidFill>
                <a:latin typeface="Boldonse"/>
                <a:ea typeface="Boldonse"/>
                <a:cs typeface="Boldonse"/>
                <a:sym typeface="Boldonse"/>
              </a:rPr>
              <a:t>Location in the atom</a:t>
            </a:r>
            <a:endParaRPr sz="900">
              <a:solidFill>
                <a:schemeClr val="accent2"/>
              </a:solidFill>
              <a:latin typeface="Boldonse"/>
              <a:ea typeface="Boldonse"/>
              <a:cs typeface="Boldonse"/>
              <a:sym typeface="Boldonse"/>
            </a:endParaRPr>
          </a:p>
        </p:txBody>
      </p:sp>
      <p:sp>
        <p:nvSpPr>
          <p:cNvPr id="443" name="Google Shape;443;p50"/>
          <p:cNvSpPr txBox="1"/>
          <p:nvPr/>
        </p:nvSpPr>
        <p:spPr>
          <a:xfrm>
            <a:off x="4957292" y="2019025"/>
            <a:ext cx="1055892" cy="253915"/>
          </a:xfrm>
          <a:prstGeom prst="rect">
            <a:avLst/>
          </a:prstGeom>
          <a:noFill/>
          <a:ln>
            <a:noFill/>
          </a:ln>
        </p:spPr>
        <p:txBody>
          <a:bodyPr anchorCtr="0" anchor="t" bIns="34275" lIns="68575" spcFirstLastPara="1" rIns="68575" wrap="square" tIns="34275">
            <a:spAutoFit/>
          </a:bodyPr>
          <a:lstStyle/>
          <a:p>
            <a:pPr indent="0" lvl="0" marL="0" marR="0" rtl="0" algn="ctr">
              <a:lnSpc>
                <a:spcPct val="150000"/>
              </a:lnSpc>
              <a:spcBef>
                <a:spcPts val="0"/>
              </a:spcBef>
              <a:spcAft>
                <a:spcPts val="0"/>
              </a:spcAft>
              <a:buNone/>
            </a:pPr>
            <a:r>
              <a:rPr lang="id" sz="900">
                <a:solidFill>
                  <a:schemeClr val="accent2"/>
                </a:solidFill>
                <a:latin typeface="Boldonse"/>
                <a:ea typeface="Boldonse"/>
                <a:cs typeface="Boldonse"/>
                <a:sym typeface="Boldonse"/>
              </a:rPr>
              <a:t>Charge</a:t>
            </a:r>
            <a:endParaRPr sz="900">
              <a:solidFill>
                <a:schemeClr val="accent2"/>
              </a:solidFill>
              <a:latin typeface="Boldonse"/>
              <a:ea typeface="Boldonse"/>
              <a:cs typeface="Boldonse"/>
              <a:sym typeface="Boldonse"/>
            </a:endParaRPr>
          </a:p>
        </p:txBody>
      </p:sp>
      <p:sp>
        <p:nvSpPr>
          <p:cNvPr id="444" name="Google Shape;444;p50"/>
          <p:cNvSpPr txBox="1"/>
          <p:nvPr/>
        </p:nvSpPr>
        <p:spPr>
          <a:xfrm>
            <a:off x="6925481" y="1915151"/>
            <a:ext cx="1055892" cy="461665"/>
          </a:xfrm>
          <a:prstGeom prst="rect">
            <a:avLst/>
          </a:prstGeom>
          <a:noFill/>
          <a:ln>
            <a:noFill/>
          </a:ln>
        </p:spPr>
        <p:txBody>
          <a:bodyPr anchorCtr="0" anchor="t" bIns="34275" lIns="68575" spcFirstLastPara="1" rIns="68575" wrap="square" tIns="34275">
            <a:spAutoFit/>
          </a:bodyPr>
          <a:lstStyle/>
          <a:p>
            <a:pPr indent="0" lvl="0" marL="0" marR="0" rtl="0" algn="ctr">
              <a:lnSpc>
                <a:spcPct val="150000"/>
              </a:lnSpc>
              <a:spcBef>
                <a:spcPts val="0"/>
              </a:spcBef>
              <a:spcAft>
                <a:spcPts val="0"/>
              </a:spcAft>
              <a:buNone/>
            </a:pPr>
            <a:r>
              <a:rPr lang="id" sz="900">
                <a:solidFill>
                  <a:schemeClr val="accent2"/>
                </a:solidFill>
                <a:latin typeface="Boldonse"/>
                <a:ea typeface="Boldonse"/>
                <a:cs typeface="Boldonse"/>
                <a:sym typeface="Boldonse"/>
              </a:rPr>
              <a:t>Relative weight</a:t>
            </a:r>
            <a:endParaRPr sz="900">
              <a:solidFill>
                <a:schemeClr val="accent2"/>
              </a:solidFill>
              <a:latin typeface="Boldonse"/>
              <a:ea typeface="Boldonse"/>
              <a:cs typeface="Boldonse"/>
              <a:sym typeface="Boldonse"/>
            </a:endParaRPr>
          </a:p>
        </p:txBody>
      </p:sp>
      <p:sp>
        <p:nvSpPr>
          <p:cNvPr id="445" name="Google Shape;445;p50"/>
          <p:cNvSpPr txBox="1"/>
          <p:nvPr/>
        </p:nvSpPr>
        <p:spPr>
          <a:xfrm>
            <a:off x="1101822" y="2920890"/>
            <a:ext cx="1035600" cy="207900"/>
          </a:xfrm>
          <a:prstGeom prst="rect">
            <a:avLst/>
          </a:prstGeom>
          <a:noFill/>
          <a:ln>
            <a:noFill/>
          </a:ln>
        </p:spPr>
        <p:txBody>
          <a:bodyPr anchorCtr="0" anchor="t" bIns="34275" lIns="68575" spcFirstLastPara="1" rIns="68575" wrap="square" tIns="34275">
            <a:spAutoFit/>
          </a:bodyPr>
          <a:lstStyle/>
          <a:p>
            <a:pPr indent="0" lvl="0" marL="0" marR="0" rtl="0" algn="ctr">
              <a:lnSpc>
                <a:spcPct val="150000"/>
              </a:lnSpc>
              <a:spcBef>
                <a:spcPts val="0"/>
              </a:spcBef>
              <a:spcAft>
                <a:spcPts val="0"/>
              </a:spcAft>
              <a:buNone/>
            </a:pPr>
            <a:r>
              <a:rPr lang="id" sz="900">
                <a:solidFill>
                  <a:schemeClr val="accent1"/>
                </a:solidFill>
                <a:latin typeface="Boldonse"/>
                <a:ea typeface="Boldonse"/>
                <a:cs typeface="Boldonse"/>
                <a:sym typeface="Boldonse"/>
              </a:rPr>
              <a:t>Proton</a:t>
            </a:r>
            <a:endParaRPr sz="900">
              <a:solidFill>
                <a:schemeClr val="accent1"/>
              </a:solidFill>
              <a:latin typeface="Boldonse"/>
              <a:ea typeface="Boldonse"/>
              <a:cs typeface="Boldonse"/>
              <a:sym typeface="Boldonse"/>
            </a:endParaRPr>
          </a:p>
        </p:txBody>
      </p:sp>
      <p:sp>
        <p:nvSpPr>
          <p:cNvPr id="446" name="Google Shape;446;p50"/>
          <p:cNvSpPr txBox="1"/>
          <p:nvPr/>
        </p:nvSpPr>
        <p:spPr>
          <a:xfrm>
            <a:off x="1101822" y="3494420"/>
            <a:ext cx="1035600" cy="207900"/>
          </a:xfrm>
          <a:prstGeom prst="rect">
            <a:avLst/>
          </a:prstGeom>
          <a:noFill/>
          <a:ln>
            <a:noFill/>
          </a:ln>
        </p:spPr>
        <p:txBody>
          <a:bodyPr anchorCtr="0" anchor="t" bIns="34275" lIns="68575" spcFirstLastPara="1" rIns="68575" wrap="square" tIns="34275">
            <a:spAutoFit/>
          </a:bodyPr>
          <a:lstStyle/>
          <a:p>
            <a:pPr indent="0" lvl="0" marL="0" marR="0" rtl="0" algn="ctr">
              <a:lnSpc>
                <a:spcPct val="150000"/>
              </a:lnSpc>
              <a:spcBef>
                <a:spcPts val="0"/>
              </a:spcBef>
              <a:spcAft>
                <a:spcPts val="0"/>
              </a:spcAft>
              <a:buNone/>
            </a:pPr>
            <a:r>
              <a:rPr lang="id" sz="900">
                <a:solidFill>
                  <a:schemeClr val="accent1"/>
                </a:solidFill>
                <a:latin typeface="Boldonse"/>
                <a:ea typeface="Boldonse"/>
                <a:cs typeface="Boldonse"/>
                <a:sym typeface="Boldonse"/>
              </a:rPr>
              <a:t>Neutron</a:t>
            </a:r>
            <a:endParaRPr sz="900">
              <a:solidFill>
                <a:schemeClr val="accent1"/>
              </a:solidFill>
              <a:latin typeface="Boldonse"/>
              <a:ea typeface="Boldonse"/>
              <a:cs typeface="Boldonse"/>
              <a:sym typeface="Boldonse"/>
            </a:endParaRPr>
          </a:p>
        </p:txBody>
      </p:sp>
      <p:sp>
        <p:nvSpPr>
          <p:cNvPr id="447" name="Google Shape;447;p50"/>
          <p:cNvSpPr txBox="1"/>
          <p:nvPr/>
        </p:nvSpPr>
        <p:spPr>
          <a:xfrm>
            <a:off x="1101822" y="4067951"/>
            <a:ext cx="1035600" cy="207900"/>
          </a:xfrm>
          <a:prstGeom prst="rect">
            <a:avLst/>
          </a:prstGeom>
          <a:noFill/>
          <a:ln>
            <a:noFill/>
          </a:ln>
        </p:spPr>
        <p:txBody>
          <a:bodyPr anchorCtr="0" anchor="t" bIns="34275" lIns="68575" spcFirstLastPara="1" rIns="68575" wrap="square" tIns="34275">
            <a:spAutoFit/>
          </a:bodyPr>
          <a:lstStyle/>
          <a:p>
            <a:pPr indent="0" lvl="0" marL="0" marR="0" rtl="0" algn="ctr">
              <a:lnSpc>
                <a:spcPct val="150000"/>
              </a:lnSpc>
              <a:spcBef>
                <a:spcPts val="0"/>
              </a:spcBef>
              <a:spcAft>
                <a:spcPts val="0"/>
              </a:spcAft>
              <a:buNone/>
            </a:pPr>
            <a:r>
              <a:rPr lang="id" sz="900">
                <a:solidFill>
                  <a:schemeClr val="accent1"/>
                </a:solidFill>
                <a:latin typeface="Boldonse"/>
                <a:ea typeface="Boldonse"/>
                <a:cs typeface="Boldonse"/>
                <a:sym typeface="Boldonse"/>
              </a:rPr>
              <a:t>Electron</a:t>
            </a:r>
            <a:endParaRPr sz="900">
              <a:solidFill>
                <a:schemeClr val="accent1"/>
              </a:solidFill>
              <a:latin typeface="Boldonse"/>
              <a:ea typeface="Boldonse"/>
              <a:cs typeface="Boldonse"/>
              <a:sym typeface="Boldonse"/>
            </a:endParaRPr>
          </a:p>
        </p:txBody>
      </p:sp>
      <p:grpSp>
        <p:nvGrpSpPr>
          <p:cNvPr id="448" name="Google Shape;448;p50"/>
          <p:cNvGrpSpPr/>
          <p:nvPr/>
        </p:nvGrpSpPr>
        <p:grpSpPr>
          <a:xfrm>
            <a:off x="3113807" y="2890409"/>
            <a:ext cx="806482" cy="1377894"/>
            <a:chOff x="4151743" y="3853879"/>
            <a:chExt cx="1075310" cy="1837192"/>
          </a:xfrm>
        </p:grpSpPr>
        <p:sp>
          <p:nvSpPr>
            <p:cNvPr id="449" name="Google Shape;449;p50"/>
            <p:cNvSpPr txBox="1"/>
            <p:nvPr/>
          </p:nvSpPr>
          <p:spPr>
            <a:xfrm>
              <a:off x="4151743" y="3853879"/>
              <a:ext cx="1075310" cy="307777"/>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lang="id" sz="1100">
                  <a:solidFill>
                    <a:srgbClr val="0C0C0C"/>
                  </a:solidFill>
                  <a:latin typeface="Albert Sans Light"/>
                  <a:ea typeface="Albert Sans Light"/>
                  <a:cs typeface="Albert Sans Light"/>
                  <a:sym typeface="Albert Sans Light"/>
                </a:rPr>
                <a:t>Nucleus</a:t>
              </a:r>
              <a:endParaRPr sz="1100">
                <a:solidFill>
                  <a:srgbClr val="0C0C0C"/>
                </a:solidFill>
                <a:latin typeface="Albert Sans Light"/>
                <a:ea typeface="Albert Sans Light"/>
                <a:cs typeface="Albert Sans Light"/>
                <a:sym typeface="Albert Sans Light"/>
              </a:endParaRPr>
            </a:p>
          </p:txBody>
        </p:sp>
        <p:sp>
          <p:nvSpPr>
            <p:cNvPr id="450" name="Google Shape;450;p50"/>
            <p:cNvSpPr txBox="1"/>
            <p:nvPr/>
          </p:nvSpPr>
          <p:spPr>
            <a:xfrm>
              <a:off x="4151743" y="4618586"/>
              <a:ext cx="1075310" cy="307777"/>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lang="id" sz="1100">
                  <a:solidFill>
                    <a:srgbClr val="0C0C0C"/>
                  </a:solidFill>
                  <a:latin typeface="Albert Sans Light"/>
                  <a:ea typeface="Albert Sans Light"/>
                  <a:cs typeface="Albert Sans Light"/>
                  <a:sym typeface="Albert Sans Light"/>
                </a:rPr>
                <a:t>Nucleus</a:t>
              </a:r>
              <a:endParaRPr sz="1100">
                <a:solidFill>
                  <a:srgbClr val="0C0C0C"/>
                </a:solidFill>
                <a:latin typeface="Albert Sans Light"/>
                <a:ea typeface="Albert Sans Light"/>
                <a:cs typeface="Albert Sans Light"/>
                <a:sym typeface="Albert Sans Light"/>
              </a:endParaRPr>
            </a:p>
          </p:txBody>
        </p:sp>
        <p:sp>
          <p:nvSpPr>
            <p:cNvPr id="451" name="Google Shape;451;p50"/>
            <p:cNvSpPr txBox="1"/>
            <p:nvPr/>
          </p:nvSpPr>
          <p:spPr>
            <a:xfrm>
              <a:off x="4151743" y="5383294"/>
              <a:ext cx="1075310" cy="307777"/>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lang="id" sz="1100">
                  <a:solidFill>
                    <a:srgbClr val="0C0C0C"/>
                  </a:solidFill>
                  <a:latin typeface="Albert Sans Light"/>
                  <a:ea typeface="Albert Sans Light"/>
                  <a:cs typeface="Albert Sans Light"/>
                  <a:sym typeface="Albert Sans Light"/>
                </a:rPr>
                <a:t>Shells</a:t>
              </a:r>
              <a:endParaRPr sz="1100">
                <a:solidFill>
                  <a:srgbClr val="0C0C0C"/>
                </a:solidFill>
                <a:latin typeface="Albert Sans Light"/>
                <a:ea typeface="Albert Sans Light"/>
                <a:cs typeface="Albert Sans Light"/>
                <a:sym typeface="Albert Sans Light"/>
              </a:endParaRPr>
            </a:p>
          </p:txBody>
        </p:sp>
      </p:grpSp>
      <p:grpSp>
        <p:nvGrpSpPr>
          <p:cNvPr id="452" name="Google Shape;452;p50"/>
          <p:cNvGrpSpPr/>
          <p:nvPr/>
        </p:nvGrpSpPr>
        <p:grpSpPr>
          <a:xfrm>
            <a:off x="5081996" y="2890409"/>
            <a:ext cx="806482" cy="1377894"/>
            <a:chOff x="4151743" y="3853879"/>
            <a:chExt cx="1075310" cy="1837192"/>
          </a:xfrm>
        </p:grpSpPr>
        <p:sp>
          <p:nvSpPr>
            <p:cNvPr id="453" name="Google Shape;453;p50"/>
            <p:cNvSpPr txBox="1"/>
            <p:nvPr/>
          </p:nvSpPr>
          <p:spPr>
            <a:xfrm>
              <a:off x="4151743" y="3853879"/>
              <a:ext cx="1075310" cy="307777"/>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lang="id" sz="1100">
                  <a:solidFill>
                    <a:srgbClr val="0C0C0C"/>
                  </a:solidFill>
                  <a:latin typeface="Albert Sans Light"/>
                  <a:ea typeface="Albert Sans Light"/>
                  <a:cs typeface="Albert Sans Light"/>
                  <a:sym typeface="Albert Sans Light"/>
                </a:rPr>
                <a:t>+</a:t>
              </a:r>
              <a:endParaRPr sz="1100">
                <a:solidFill>
                  <a:srgbClr val="0C0C0C"/>
                </a:solidFill>
                <a:latin typeface="Albert Sans Light"/>
                <a:ea typeface="Albert Sans Light"/>
                <a:cs typeface="Albert Sans Light"/>
                <a:sym typeface="Albert Sans Light"/>
              </a:endParaRPr>
            </a:p>
          </p:txBody>
        </p:sp>
        <p:sp>
          <p:nvSpPr>
            <p:cNvPr id="454" name="Google Shape;454;p50"/>
            <p:cNvSpPr txBox="1"/>
            <p:nvPr/>
          </p:nvSpPr>
          <p:spPr>
            <a:xfrm>
              <a:off x="4151743" y="4618586"/>
              <a:ext cx="1075310" cy="307777"/>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lang="id" sz="1100">
                  <a:solidFill>
                    <a:srgbClr val="0C0C0C"/>
                  </a:solidFill>
                  <a:latin typeface="Albert Sans Light"/>
                  <a:ea typeface="Albert Sans Light"/>
                  <a:cs typeface="Albert Sans Light"/>
                  <a:sym typeface="Albert Sans Light"/>
                </a:rPr>
                <a:t>0</a:t>
              </a:r>
              <a:endParaRPr sz="1100">
                <a:solidFill>
                  <a:srgbClr val="0C0C0C"/>
                </a:solidFill>
                <a:latin typeface="Albert Sans Light"/>
                <a:ea typeface="Albert Sans Light"/>
                <a:cs typeface="Albert Sans Light"/>
                <a:sym typeface="Albert Sans Light"/>
              </a:endParaRPr>
            </a:p>
          </p:txBody>
        </p:sp>
        <p:sp>
          <p:nvSpPr>
            <p:cNvPr id="455" name="Google Shape;455;p50"/>
            <p:cNvSpPr txBox="1"/>
            <p:nvPr/>
          </p:nvSpPr>
          <p:spPr>
            <a:xfrm>
              <a:off x="4151743" y="5383294"/>
              <a:ext cx="1075310" cy="307777"/>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lang="id" sz="1100">
                  <a:solidFill>
                    <a:srgbClr val="0C0C0C"/>
                  </a:solidFill>
                  <a:latin typeface="Albert Sans Light"/>
                  <a:ea typeface="Albert Sans Light"/>
                  <a:cs typeface="Albert Sans Light"/>
                  <a:sym typeface="Albert Sans Light"/>
                </a:rPr>
                <a:t>-</a:t>
              </a:r>
              <a:endParaRPr sz="1100">
                <a:solidFill>
                  <a:srgbClr val="0C0C0C"/>
                </a:solidFill>
                <a:latin typeface="Albert Sans Light"/>
                <a:ea typeface="Albert Sans Light"/>
                <a:cs typeface="Albert Sans Light"/>
                <a:sym typeface="Albert Sans Light"/>
              </a:endParaRPr>
            </a:p>
          </p:txBody>
        </p:sp>
      </p:grpSp>
      <p:grpSp>
        <p:nvGrpSpPr>
          <p:cNvPr id="456" name="Google Shape;456;p50"/>
          <p:cNvGrpSpPr/>
          <p:nvPr/>
        </p:nvGrpSpPr>
        <p:grpSpPr>
          <a:xfrm>
            <a:off x="7050186" y="2890409"/>
            <a:ext cx="806482" cy="1377894"/>
            <a:chOff x="4151743" y="3853879"/>
            <a:chExt cx="1075310" cy="1837192"/>
          </a:xfrm>
        </p:grpSpPr>
        <p:sp>
          <p:nvSpPr>
            <p:cNvPr id="457" name="Google Shape;457;p50"/>
            <p:cNvSpPr txBox="1"/>
            <p:nvPr/>
          </p:nvSpPr>
          <p:spPr>
            <a:xfrm>
              <a:off x="4151743" y="3853879"/>
              <a:ext cx="1075310" cy="307777"/>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lang="id" sz="1100">
                  <a:solidFill>
                    <a:srgbClr val="0C0C0C"/>
                  </a:solidFill>
                  <a:latin typeface="Albert Sans Light"/>
                  <a:ea typeface="Albert Sans Light"/>
                  <a:cs typeface="Albert Sans Light"/>
                  <a:sym typeface="Albert Sans Light"/>
                </a:rPr>
                <a:t>1</a:t>
              </a:r>
              <a:endParaRPr sz="1100">
                <a:solidFill>
                  <a:srgbClr val="0C0C0C"/>
                </a:solidFill>
                <a:latin typeface="Albert Sans Light"/>
                <a:ea typeface="Albert Sans Light"/>
                <a:cs typeface="Albert Sans Light"/>
                <a:sym typeface="Albert Sans Light"/>
              </a:endParaRPr>
            </a:p>
          </p:txBody>
        </p:sp>
        <p:sp>
          <p:nvSpPr>
            <p:cNvPr id="458" name="Google Shape;458;p50"/>
            <p:cNvSpPr txBox="1"/>
            <p:nvPr/>
          </p:nvSpPr>
          <p:spPr>
            <a:xfrm>
              <a:off x="4151743" y="4618586"/>
              <a:ext cx="1075310" cy="307777"/>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lang="id" sz="1100">
                  <a:solidFill>
                    <a:srgbClr val="0C0C0C"/>
                  </a:solidFill>
                  <a:latin typeface="Albert Sans Light"/>
                  <a:ea typeface="Albert Sans Light"/>
                  <a:cs typeface="Albert Sans Light"/>
                  <a:sym typeface="Albert Sans Light"/>
                </a:rPr>
                <a:t>1</a:t>
              </a:r>
              <a:endParaRPr sz="1100">
                <a:solidFill>
                  <a:srgbClr val="0C0C0C"/>
                </a:solidFill>
                <a:latin typeface="Albert Sans Light"/>
                <a:ea typeface="Albert Sans Light"/>
                <a:cs typeface="Albert Sans Light"/>
                <a:sym typeface="Albert Sans Light"/>
              </a:endParaRPr>
            </a:p>
          </p:txBody>
        </p:sp>
        <p:sp>
          <p:nvSpPr>
            <p:cNvPr id="459" name="Google Shape;459;p50"/>
            <p:cNvSpPr txBox="1"/>
            <p:nvPr/>
          </p:nvSpPr>
          <p:spPr>
            <a:xfrm>
              <a:off x="4151743" y="5383294"/>
              <a:ext cx="1075310" cy="307777"/>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lang="id" sz="1100">
                  <a:solidFill>
                    <a:srgbClr val="0C0C0C"/>
                  </a:solidFill>
                  <a:latin typeface="Albert Sans Light"/>
                  <a:ea typeface="Albert Sans Light"/>
                  <a:cs typeface="Albert Sans Light"/>
                  <a:sym typeface="Albert Sans Light"/>
                </a:rPr>
                <a:t>0</a:t>
              </a:r>
              <a:endParaRPr sz="1100">
                <a:solidFill>
                  <a:srgbClr val="0C0C0C"/>
                </a:solidFill>
                <a:latin typeface="Albert Sans Light"/>
                <a:ea typeface="Albert Sans Light"/>
                <a:cs typeface="Albert Sans Light"/>
                <a:sym typeface="Albert Sans Light"/>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51"/>
          <p:cNvSpPr txBox="1"/>
          <p:nvPr/>
        </p:nvSpPr>
        <p:spPr>
          <a:xfrm>
            <a:off x="800100" y="717848"/>
            <a:ext cx="7543800" cy="484748"/>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id" sz="2700">
                <a:solidFill>
                  <a:srgbClr val="0C0C0C"/>
                </a:solidFill>
                <a:latin typeface="Boldonse"/>
                <a:ea typeface="Boldonse"/>
                <a:cs typeface="Boldonse"/>
                <a:sym typeface="Boldonse"/>
              </a:rPr>
              <a:t>Common molecules</a:t>
            </a:r>
            <a:endParaRPr sz="2700">
              <a:solidFill>
                <a:srgbClr val="0C0C0C"/>
              </a:solidFill>
              <a:latin typeface="Boldonse"/>
              <a:ea typeface="Boldonse"/>
              <a:cs typeface="Boldonse"/>
              <a:sym typeface="Boldonse"/>
            </a:endParaRPr>
          </a:p>
        </p:txBody>
      </p:sp>
      <p:grpSp>
        <p:nvGrpSpPr>
          <p:cNvPr id="465" name="Google Shape;465;p51"/>
          <p:cNvGrpSpPr/>
          <p:nvPr/>
        </p:nvGrpSpPr>
        <p:grpSpPr>
          <a:xfrm rot="2211587">
            <a:off x="1701214" y="1203948"/>
            <a:ext cx="1662042" cy="1386201"/>
            <a:chOff x="1709474" y="2249691"/>
            <a:chExt cx="1710989" cy="1427026"/>
          </a:xfrm>
        </p:grpSpPr>
        <p:sp>
          <p:nvSpPr>
            <p:cNvPr id="466" name="Google Shape;466;p51"/>
            <p:cNvSpPr/>
            <p:nvPr/>
          </p:nvSpPr>
          <p:spPr>
            <a:xfrm>
              <a:off x="2124773" y="2635270"/>
              <a:ext cx="989806" cy="655869"/>
            </a:xfrm>
            <a:custGeom>
              <a:rect b="b" l="l" r="r" t="t"/>
              <a:pathLst>
                <a:path extrusionOk="0" h="655869" w="989806">
                  <a:moveTo>
                    <a:pt x="989806" y="334103"/>
                  </a:moveTo>
                  <a:lnTo>
                    <a:pt x="989806" y="342338"/>
                  </a:lnTo>
                  <a:cubicBezTo>
                    <a:pt x="953327" y="345116"/>
                    <a:pt x="916219" y="343628"/>
                    <a:pt x="880699" y="338038"/>
                  </a:cubicBezTo>
                  <a:cubicBezTo>
                    <a:pt x="880500" y="338071"/>
                    <a:pt x="880236" y="338071"/>
                    <a:pt x="880004" y="338038"/>
                  </a:cubicBezTo>
                  <a:cubicBezTo>
                    <a:pt x="877061" y="337741"/>
                    <a:pt x="874349" y="336815"/>
                    <a:pt x="871405" y="336517"/>
                  </a:cubicBezTo>
                  <a:cubicBezTo>
                    <a:pt x="868098" y="336153"/>
                    <a:pt x="864989" y="334797"/>
                    <a:pt x="861781" y="334433"/>
                  </a:cubicBezTo>
                  <a:cubicBezTo>
                    <a:pt x="861351" y="334400"/>
                    <a:pt x="860987" y="334301"/>
                    <a:pt x="860623" y="334136"/>
                  </a:cubicBezTo>
                  <a:cubicBezTo>
                    <a:pt x="860557" y="334136"/>
                    <a:pt x="860491" y="334103"/>
                    <a:pt x="860458" y="334103"/>
                  </a:cubicBezTo>
                  <a:cubicBezTo>
                    <a:pt x="788425" y="314557"/>
                    <a:pt x="724561" y="273976"/>
                    <a:pt x="674886" y="219736"/>
                  </a:cubicBezTo>
                  <a:cubicBezTo>
                    <a:pt x="591774" y="282575"/>
                    <a:pt x="509025" y="345910"/>
                    <a:pt x="425615" y="408351"/>
                  </a:cubicBezTo>
                  <a:cubicBezTo>
                    <a:pt x="381033" y="441722"/>
                    <a:pt x="336550" y="475622"/>
                    <a:pt x="291372" y="508463"/>
                  </a:cubicBezTo>
                  <a:cubicBezTo>
                    <a:pt x="289388" y="509885"/>
                    <a:pt x="287470" y="511274"/>
                    <a:pt x="285519" y="512729"/>
                  </a:cubicBezTo>
                  <a:cubicBezTo>
                    <a:pt x="282773" y="514714"/>
                    <a:pt x="280028" y="516731"/>
                    <a:pt x="277250" y="518683"/>
                  </a:cubicBezTo>
                  <a:cubicBezTo>
                    <a:pt x="297722" y="561810"/>
                    <a:pt x="311150" y="608343"/>
                    <a:pt x="316111" y="655869"/>
                  </a:cubicBezTo>
                  <a:lnTo>
                    <a:pt x="307214" y="655869"/>
                  </a:lnTo>
                  <a:cubicBezTo>
                    <a:pt x="302419" y="610427"/>
                    <a:pt x="290645" y="565448"/>
                    <a:pt x="271694" y="523908"/>
                  </a:cubicBezTo>
                  <a:cubicBezTo>
                    <a:pt x="271529" y="523974"/>
                    <a:pt x="271363" y="523974"/>
                    <a:pt x="271198" y="524007"/>
                  </a:cubicBezTo>
                  <a:cubicBezTo>
                    <a:pt x="271132" y="524040"/>
                    <a:pt x="271033" y="524107"/>
                    <a:pt x="270966" y="524173"/>
                  </a:cubicBezTo>
                  <a:cubicBezTo>
                    <a:pt x="270239" y="524702"/>
                    <a:pt x="269511" y="525231"/>
                    <a:pt x="268784" y="525727"/>
                  </a:cubicBezTo>
                  <a:cubicBezTo>
                    <a:pt x="267527" y="526521"/>
                    <a:pt x="266303" y="527215"/>
                    <a:pt x="264914" y="527612"/>
                  </a:cubicBezTo>
                  <a:cubicBezTo>
                    <a:pt x="264749" y="527910"/>
                    <a:pt x="264550" y="528175"/>
                    <a:pt x="264319" y="528439"/>
                  </a:cubicBezTo>
                  <a:cubicBezTo>
                    <a:pt x="264054" y="528704"/>
                    <a:pt x="263757" y="528968"/>
                    <a:pt x="263426" y="529101"/>
                  </a:cubicBezTo>
                  <a:cubicBezTo>
                    <a:pt x="263194" y="529431"/>
                    <a:pt x="262864" y="529729"/>
                    <a:pt x="262467" y="529960"/>
                  </a:cubicBezTo>
                  <a:lnTo>
                    <a:pt x="262434" y="529960"/>
                  </a:lnTo>
                  <a:lnTo>
                    <a:pt x="262401" y="529994"/>
                  </a:lnTo>
                  <a:lnTo>
                    <a:pt x="262334" y="529994"/>
                  </a:lnTo>
                  <a:cubicBezTo>
                    <a:pt x="261508" y="530853"/>
                    <a:pt x="260284" y="531118"/>
                    <a:pt x="259159" y="530986"/>
                  </a:cubicBezTo>
                  <a:cubicBezTo>
                    <a:pt x="258399" y="531316"/>
                    <a:pt x="257473" y="531350"/>
                    <a:pt x="256447" y="530953"/>
                  </a:cubicBezTo>
                  <a:cubicBezTo>
                    <a:pt x="232800" y="521824"/>
                    <a:pt x="221820" y="509422"/>
                    <a:pt x="210807" y="486866"/>
                  </a:cubicBezTo>
                  <a:cubicBezTo>
                    <a:pt x="204986" y="474960"/>
                    <a:pt x="197115" y="459416"/>
                    <a:pt x="202472" y="446253"/>
                  </a:cubicBezTo>
                  <a:cubicBezTo>
                    <a:pt x="202274" y="445790"/>
                    <a:pt x="202208" y="445261"/>
                    <a:pt x="202208" y="444632"/>
                  </a:cubicBezTo>
                  <a:cubicBezTo>
                    <a:pt x="202274" y="440829"/>
                    <a:pt x="205085" y="439341"/>
                    <a:pt x="207698" y="437224"/>
                  </a:cubicBezTo>
                  <a:cubicBezTo>
                    <a:pt x="209484" y="435769"/>
                    <a:pt x="211303" y="434247"/>
                    <a:pt x="213221" y="432958"/>
                  </a:cubicBezTo>
                  <a:cubicBezTo>
                    <a:pt x="213056" y="432792"/>
                    <a:pt x="212923" y="432660"/>
                    <a:pt x="212824" y="432495"/>
                  </a:cubicBezTo>
                  <a:cubicBezTo>
                    <a:pt x="212593" y="432230"/>
                    <a:pt x="212328" y="431932"/>
                    <a:pt x="212097" y="431668"/>
                  </a:cubicBezTo>
                  <a:cubicBezTo>
                    <a:pt x="210377" y="429683"/>
                    <a:pt x="208558" y="427699"/>
                    <a:pt x="206739" y="425781"/>
                  </a:cubicBezTo>
                  <a:cubicBezTo>
                    <a:pt x="197379" y="415727"/>
                    <a:pt x="187325" y="406235"/>
                    <a:pt x="176642" y="397371"/>
                  </a:cubicBezTo>
                  <a:cubicBezTo>
                    <a:pt x="125016" y="354476"/>
                    <a:pt x="64195" y="325636"/>
                    <a:pt x="0" y="313498"/>
                  </a:cubicBezTo>
                  <a:lnTo>
                    <a:pt x="0" y="305230"/>
                  </a:lnTo>
                  <a:cubicBezTo>
                    <a:pt x="80996" y="319286"/>
                    <a:pt x="158849" y="359073"/>
                    <a:pt x="213453" y="420853"/>
                  </a:cubicBezTo>
                  <a:cubicBezTo>
                    <a:pt x="215272" y="422804"/>
                    <a:pt x="216991" y="424822"/>
                    <a:pt x="218645" y="426839"/>
                  </a:cubicBezTo>
                  <a:cubicBezTo>
                    <a:pt x="218877" y="427104"/>
                    <a:pt x="219174" y="427434"/>
                    <a:pt x="219406" y="427699"/>
                  </a:cubicBezTo>
                  <a:cubicBezTo>
                    <a:pt x="221225" y="426442"/>
                    <a:pt x="223044" y="425086"/>
                    <a:pt x="224830" y="423763"/>
                  </a:cubicBezTo>
                  <a:cubicBezTo>
                    <a:pt x="227112" y="422176"/>
                    <a:pt x="229361" y="420522"/>
                    <a:pt x="231577" y="418835"/>
                  </a:cubicBezTo>
                  <a:cubicBezTo>
                    <a:pt x="275894" y="386192"/>
                    <a:pt x="319551" y="352557"/>
                    <a:pt x="363372" y="319650"/>
                  </a:cubicBezTo>
                  <a:cubicBezTo>
                    <a:pt x="446716" y="257043"/>
                    <a:pt x="529531" y="193708"/>
                    <a:pt x="612676" y="130903"/>
                  </a:cubicBezTo>
                  <a:cubicBezTo>
                    <a:pt x="609104" y="124057"/>
                    <a:pt x="605697" y="117144"/>
                    <a:pt x="602489" y="110100"/>
                  </a:cubicBezTo>
                  <a:cubicBezTo>
                    <a:pt x="586747" y="75373"/>
                    <a:pt x="574873" y="38067"/>
                    <a:pt x="568854" y="0"/>
                  </a:cubicBezTo>
                  <a:lnTo>
                    <a:pt x="577387" y="0"/>
                  </a:lnTo>
                  <a:cubicBezTo>
                    <a:pt x="583704" y="40845"/>
                    <a:pt x="596239" y="80830"/>
                    <a:pt x="615024" y="117607"/>
                  </a:cubicBezTo>
                  <a:cubicBezTo>
                    <a:pt x="666519" y="218480"/>
                    <a:pt x="752343" y="296499"/>
                    <a:pt x="862575" y="326330"/>
                  </a:cubicBezTo>
                  <a:cubicBezTo>
                    <a:pt x="862872" y="326397"/>
                    <a:pt x="863137" y="326496"/>
                    <a:pt x="863369" y="326661"/>
                  </a:cubicBezTo>
                  <a:cubicBezTo>
                    <a:pt x="863402" y="326661"/>
                    <a:pt x="863402" y="326694"/>
                    <a:pt x="863435" y="326694"/>
                  </a:cubicBezTo>
                  <a:cubicBezTo>
                    <a:pt x="866114" y="327223"/>
                    <a:pt x="868660" y="328216"/>
                    <a:pt x="871405" y="328447"/>
                  </a:cubicBezTo>
                  <a:cubicBezTo>
                    <a:pt x="872993" y="328579"/>
                    <a:pt x="874746" y="328579"/>
                    <a:pt x="876300" y="328943"/>
                  </a:cubicBezTo>
                  <a:cubicBezTo>
                    <a:pt x="877391" y="329175"/>
                    <a:pt x="878549" y="329737"/>
                    <a:pt x="879673" y="329935"/>
                  </a:cubicBezTo>
                  <a:cubicBezTo>
                    <a:pt x="879971" y="329869"/>
                    <a:pt x="880269" y="329902"/>
                    <a:pt x="880566" y="329935"/>
                  </a:cubicBezTo>
                  <a:cubicBezTo>
                    <a:pt x="917046" y="335855"/>
                    <a:pt x="953757" y="337311"/>
                    <a:pt x="989806" y="334103"/>
                  </a:cubicBezTo>
                  <a:close/>
                </a:path>
              </a:pathLst>
            </a:custGeom>
            <a:solidFill>
              <a:srgbClr val="FCED50"/>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lbert Sans Light"/>
                <a:ea typeface="Albert Sans Light"/>
                <a:cs typeface="Albert Sans Light"/>
                <a:sym typeface="Albert Sans Light"/>
              </a:endParaRPr>
            </a:p>
          </p:txBody>
        </p:sp>
        <p:sp>
          <p:nvSpPr>
            <p:cNvPr id="467" name="Google Shape;467;p51"/>
            <p:cNvSpPr/>
            <p:nvPr/>
          </p:nvSpPr>
          <p:spPr>
            <a:xfrm>
              <a:off x="2668775" y="2249691"/>
              <a:ext cx="751688" cy="751688"/>
            </a:xfrm>
            <a:prstGeom prst="ellipse">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sp>
          <p:nvSpPr>
            <p:cNvPr id="468" name="Google Shape;468;p51"/>
            <p:cNvSpPr/>
            <p:nvPr/>
          </p:nvSpPr>
          <p:spPr>
            <a:xfrm>
              <a:off x="1709474" y="2925029"/>
              <a:ext cx="751688" cy="751688"/>
            </a:xfrm>
            <a:prstGeom prst="ellipse">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grpSp>
      <p:sp>
        <p:nvSpPr>
          <p:cNvPr id="469" name="Google Shape;469;p51"/>
          <p:cNvSpPr txBox="1"/>
          <p:nvPr/>
        </p:nvSpPr>
        <p:spPr>
          <a:xfrm>
            <a:off x="1166210" y="2488295"/>
            <a:ext cx="2732050" cy="253915"/>
          </a:xfrm>
          <a:prstGeom prst="rect">
            <a:avLst/>
          </a:prstGeom>
          <a:noFill/>
          <a:ln>
            <a:noFill/>
          </a:ln>
        </p:spPr>
        <p:txBody>
          <a:bodyPr anchorCtr="0" anchor="t" bIns="34275" lIns="68575" spcFirstLastPara="1" rIns="68575" wrap="square" tIns="34275">
            <a:spAutoFit/>
          </a:bodyPr>
          <a:lstStyle/>
          <a:p>
            <a:pPr indent="0" lvl="0" marL="0" marR="0" rtl="0" algn="ctr">
              <a:lnSpc>
                <a:spcPct val="150000"/>
              </a:lnSpc>
              <a:spcBef>
                <a:spcPts val="0"/>
              </a:spcBef>
              <a:spcAft>
                <a:spcPts val="0"/>
              </a:spcAft>
              <a:buNone/>
            </a:pPr>
            <a:r>
              <a:rPr lang="id" sz="900">
                <a:solidFill>
                  <a:srgbClr val="0C0C0C"/>
                </a:solidFill>
                <a:latin typeface="Boldonse"/>
                <a:ea typeface="Boldonse"/>
                <a:cs typeface="Boldonse"/>
                <a:sym typeface="Boldonse"/>
              </a:rPr>
              <a:t>1 Oxygen atom + 1 Oxygen atom</a:t>
            </a:r>
            <a:endParaRPr sz="900">
              <a:solidFill>
                <a:srgbClr val="0C0C0C"/>
              </a:solidFill>
              <a:latin typeface="Boldonse"/>
              <a:ea typeface="Boldonse"/>
              <a:cs typeface="Boldonse"/>
              <a:sym typeface="Boldonse"/>
            </a:endParaRPr>
          </a:p>
        </p:txBody>
      </p:sp>
      <p:sp>
        <p:nvSpPr>
          <p:cNvPr id="470" name="Google Shape;470;p51"/>
          <p:cNvSpPr txBox="1"/>
          <p:nvPr/>
        </p:nvSpPr>
        <p:spPr>
          <a:xfrm>
            <a:off x="5411824" y="2488295"/>
            <a:ext cx="2732050" cy="253915"/>
          </a:xfrm>
          <a:prstGeom prst="rect">
            <a:avLst/>
          </a:prstGeom>
          <a:noFill/>
          <a:ln>
            <a:noFill/>
          </a:ln>
        </p:spPr>
        <p:txBody>
          <a:bodyPr anchorCtr="0" anchor="t" bIns="34275" lIns="68575" spcFirstLastPara="1" rIns="68575" wrap="square" tIns="34275">
            <a:spAutoFit/>
          </a:bodyPr>
          <a:lstStyle/>
          <a:p>
            <a:pPr indent="0" lvl="0" marL="0" marR="0" rtl="0" algn="ctr">
              <a:lnSpc>
                <a:spcPct val="150000"/>
              </a:lnSpc>
              <a:spcBef>
                <a:spcPts val="0"/>
              </a:spcBef>
              <a:spcAft>
                <a:spcPts val="0"/>
              </a:spcAft>
              <a:buNone/>
            </a:pPr>
            <a:r>
              <a:rPr lang="id" sz="900">
                <a:solidFill>
                  <a:srgbClr val="0C0C0C"/>
                </a:solidFill>
                <a:latin typeface="Boldonse"/>
                <a:ea typeface="Boldonse"/>
                <a:cs typeface="Boldonse"/>
                <a:sym typeface="Boldonse"/>
              </a:rPr>
              <a:t>1 Oxygen molecules</a:t>
            </a:r>
            <a:endParaRPr sz="900">
              <a:solidFill>
                <a:srgbClr val="0C0C0C"/>
              </a:solidFill>
              <a:latin typeface="Boldonse"/>
              <a:ea typeface="Boldonse"/>
              <a:cs typeface="Boldonse"/>
              <a:sym typeface="Boldonse"/>
            </a:endParaRPr>
          </a:p>
        </p:txBody>
      </p:sp>
      <p:grpSp>
        <p:nvGrpSpPr>
          <p:cNvPr id="471" name="Google Shape;471;p51"/>
          <p:cNvGrpSpPr/>
          <p:nvPr/>
        </p:nvGrpSpPr>
        <p:grpSpPr>
          <a:xfrm>
            <a:off x="920073" y="3140026"/>
            <a:ext cx="3224326" cy="1131874"/>
            <a:chOff x="1682700" y="4186701"/>
            <a:chExt cx="4299102" cy="1509166"/>
          </a:xfrm>
        </p:grpSpPr>
        <p:sp>
          <p:nvSpPr>
            <p:cNvPr id="472" name="Google Shape;472;p51"/>
            <p:cNvSpPr/>
            <p:nvPr/>
          </p:nvSpPr>
          <p:spPr>
            <a:xfrm rot="2211587">
              <a:off x="4044507" y="4546790"/>
              <a:ext cx="1281987" cy="849474"/>
            </a:xfrm>
            <a:custGeom>
              <a:rect b="b" l="l" r="r" t="t"/>
              <a:pathLst>
                <a:path extrusionOk="0" h="655869" w="989806">
                  <a:moveTo>
                    <a:pt x="989806" y="334103"/>
                  </a:moveTo>
                  <a:lnTo>
                    <a:pt x="989806" y="342338"/>
                  </a:lnTo>
                  <a:cubicBezTo>
                    <a:pt x="953327" y="345116"/>
                    <a:pt x="916219" y="343628"/>
                    <a:pt x="880699" y="338038"/>
                  </a:cubicBezTo>
                  <a:cubicBezTo>
                    <a:pt x="880500" y="338071"/>
                    <a:pt x="880236" y="338071"/>
                    <a:pt x="880004" y="338038"/>
                  </a:cubicBezTo>
                  <a:cubicBezTo>
                    <a:pt x="877061" y="337741"/>
                    <a:pt x="874349" y="336815"/>
                    <a:pt x="871405" y="336517"/>
                  </a:cubicBezTo>
                  <a:cubicBezTo>
                    <a:pt x="868098" y="336153"/>
                    <a:pt x="864989" y="334797"/>
                    <a:pt x="861781" y="334433"/>
                  </a:cubicBezTo>
                  <a:cubicBezTo>
                    <a:pt x="861351" y="334400"/>
                    <a:pt x="860987" y="334301"/>
                    <a:pt x="860623" y="334136"/>
                  </a:cubicBezTo>
                  <a:cubicBezTo>
                    <a:pt x="860557" y="334136"/>
                    <a:pt x="860491" y="334103"/>
                    <a:pt x="860458" y="334103"/>
                  </a:cubicBezTo>
                  <a:cubicBezTo>
                    <a:pt x="788425" y="314557"/>
                    <a:pt x="724561" y="273976"/>
                    <a:pt x="674886" y="219736"/>
                  </a:cubicBezTo>
                  <a:cubicBezTo>
                    <a:pt x="591774" y="282575"/>
                    <a:pt x="509025" y="345910"/>
                    <a:pt x="425615" y="408351"/>
                  </a:cubicBezTo>
                  <a:cubicBezTo>
                    <a:pt x="381033" y="441722"/>
                    <a:pt x="336550" y="475622"/>
                    <a:pt x="291372" y="508463"/>
                  </a:cubicBezTo>
                  <a:cubicBezTo>
                    <a:pt x="289388" y="509885"/>
                    <a:pt x="287470" y="511274"/>
                    <a:pt x="285519" y="512729"/>
                  </a:cubicBezTo>
                  <a:cubicBezTo>
                    <a:pt x="282773" y="514714"/>
                    <a:pt x="280028" y="516731"/>
                    <a:pt x="277250" y="518683"/>
                  </a:cubicBezTo>
                  <a:cubicBezTo>
                    <a:pt x="297722" y="561810"/>
                    <a:pt x="311150" y="608343"/>
                    <a:pt x="316111" y="655869"/>
                  </a:cubicBezTo>
                  <a:lnTo>
                    <a:pt x="307214" y="655869"/>
                  </a:lnTo>
                  <a:cubicBezTo>
                    <a:pt x="302419" y="610427"/>
                    <a:pt x="290645" y="565448"/>
                    <a:pt x="271694" y="523908"/>
                  </a:cubicBezTo>
                  <a:cubicBezTo>
                    <a:pt x="271529" y="523974"/>
                    <a:pt x="271363" y="523974"/>
                    <a:pt x="271198" y="524007"/>
                  </a:cubicBezTo>
                  <a:cubicBezTo>
                    <a:pt x="271132" y="524040"/>
                    <a:pt x="271033" y="524107"/>
                    <a:pt x="270966" y="524173"/>
                  </a:cubicBezTo>
                  <a:cubicBezTo>
                    <a:pt x="270239" y="524702"/>
                    <a:pt x="269511" y="525231"/>
                    <a:pt x="268784" y="525727"/>
                  </a:cubicBezTo>
                  <a:cubicBezTo>
                    <a:pt x="267527" y="526521"/>
                    <a:pt x="266303" y="527215"/>
                    <a:pt x="264914" y="527612"/>
                  </a:cubicBezTo>
                  <a:cubicBezTo>
                    <a:pt x="264749" y="527910"/>
                    <a:pt x="264550" y="528175"/>
                    <a:pt x="264319" y="528439"/>
                  </a:cubicBezTo>
                  <a:cubicBezTo>
                    <a:pt x="264054" y="528704"/>
                    <a:pt x="263757" y="528968"/>
                    <a:pt x="263426" y="529101"/>
                  </a:cubicBezTo>
                  <a:cubicBezTo>
                    <a:pt x="263194" y="529431"/>
                    <a:pt x="262864" y="529729"/>
                    <a:pt x="262467" y="529960"/>
                  </a:cubicBezTo>
                  <a:lnTo>
                    <a:pt x="262434" y="529960"/>
                  </a:lnTo>
                  <a:lnTo>
                    <a:pt x="262401" y="529994"/>
                  </a:lnTo>
                  <a:lnTo>
                    <a:pt x="262334" y="529994"/>
                  </a:lnTo>
                  <a:cubicBezTo>
                    <a:pt x="261508" y="530853"/>
                    <a:pt x="260284" y="531118"/>
                    <a:pt x="259159" y="530986"/>
                  </a:cubicBezTo>
                  <a:cubicBezTo>
                    <a:pt x="258399" y="531316"/>
                    <a:pt x="257473" y="531350"/>
                    <a:pt x="256447" y="530953"/>
                  </a:cubicBezTo>
                  <a:cubicBezTo>
                    <a:pt x="232800" y="521824"/>
                    <a:pt x="221820" y="509422"/>
                    <a:pt x="210807" y="486866"/>
                  </a:cubicBezTo>
                  <a:cubicBezTo>
                    <a:pt x="204986" y="474960"/>
                    <a:pt x="197115" y="459416"/>
                    <a:pt x="202472" y="446253"/>
                  </a:cubicBezTo>
                  <a:cubicBezTo>
                    <a:pt x="202274" y="445790"/>
                    <a:pt x="202208" y="445261"/>
                    <a:pt x="202208" y="444632"/>
                  </a:cubicBezTo>
                  <a:cubicBezTo>
                    <a:pt x="202274" y="440829"/>
                    <a:pt x="205085" y="439341"/>
                    <a:pt x="207698" y="437224"/>
                  </a:cubicBezTo>
                  <a:cubicBezTo>
                    <a:pt x="209484" y="435769"/>
                    <a:pt x="211303" y="434247"/>
                    <a:pt x="213221" y="432958"/>
                  </a:cubicBezTo>
                  <a:cubicBezTo>
                    <a:pt x="213056" y="432792"/>
                    <a:pt x="212923" y="432660"/>
                    <a:pt x="212824" y="432495"/>
                  </a:cubicBezTo>
                  <a:cubicBezTo>
                    <a:pt x="212593" y="432230"/>
                    <a:pt x="212328" y="431932"/>
                    <a:pt x="212097" y="431668"/>
                  </a:cubicBezTo>
                  <a:cubicBezTo>
                    <a:pt x="210377" y="429683"/>
                    <a:pt x="208558" y="427699"/>
                    <a:pt x="206739" y="425781"/>
                  </a:cubicBezTo>
                  <a:cubicBezTo>
                    <a:pt x="197379" y="415727"/>
                    <a:pt x="187325" y="406235"/>
                    <a:pt x="176642" y="397371"/>
                  </a:cubicBezTo>
                  <a:cubicBezTo>
                    <a:pt x="125016" y="354476"/>
                    <a:pt x="64195" y="325636"/>
                    <a:pt x="0" y="313498"/>
                  </a:cubicBezTo>
                  <a:lnTo>
                    <a:pt x="0" y="305230"/>
                  </a:lnTo>
                  <a:cubicBezTo>
                    <a:pt x="80996" y="319286"/>
                    <a:pt x="158849" y="359073"/>
                    <a:pt x="213453" y="420853"/>
                  </a:cubicBezTo>
                  <a:cubicBezTo>
                    <a:pt x="215272" y="422804"/>
                    <a:pt x="216991" y="424822"/>
                    <a:pt x="218645" y="426839"/>
                  </a:cubicBezTo>
                  <a:cubicBezTo>
                    <a:pt x="218877" y="427104"/>
                    <a:pt x="219174" y="427434"/>
                    <a:pt x="219406" y="427699"/>
                  </a:cubicBezTo>
                  <a:cubicBezTo>
                    <a:pt x="221225" y="426442"/>
                    <a:pt x="223044" y="425086"/>
                    <a:pt x="224830" y="423763"/>
                  </a:cubicBezTo>
                  <a:cubicBezTo>
                    <a:pt x="227112" y="422176"/>
                    <a:pt x="229361" y="420522"/>
                    <a:pt x="231577" y="418835"/>
                  </a:cubicBezTo>
                  <a:cubicBezTo>
                    <a:pt x="275894" y="386192"/>
                    <a:pt x="319551" y="352557"/>
                    <a:pt x="363372" y="319650"/>
                  </a:cubicBezTo>
                  <a:cubicBezTo>
                    <a:pt x="446716" y="257043"/>
                    <a:pt x="529531" y="193708"/>
                    <a:pt x="612676" y="130903"/>
                  </a:cubicBezTo>
                  <a:cubicBezTo>
                    <a:pt x="609104" y="124057"/>
                    <a:pt x="605697" y="117144"/>
                    <a:pt x="602489" y="110100"/>
                  </a:cubicBezTo>
                  <a:cubicBezTo>
                    <a:pt x="586747" y="75373"/>
                    <a:pt x="574873" y="38067"/>
                    <a:pt x="568854" y="0"/>
                  </a:cubicBezTo>
                  <a:lnTo>
                    <a:pt x="577387" y="0"/>
                  </a:lnTo>
                  <a:cubicBezTo>
                    <a:pt x="583704" y="40845"/>
                    <a:pt x="596239" y="80830"/>
                    <a:pt x="615024" y="117607"/>
                  </a:cubicBezTo>
                  <a:cubicBezTo>
                    <a:pt x="666519" y="218480"/>
                    <a:pt x="752343" y="296499"/>
                    <a:pt x="862575" y="326330"/>
                  </a:cubicBezTo>
                  <a:cubicBezTo>
                    <a:pt x="862872" y="326397"/>
                    <a:pt x="863137" y="326496"/>
                    <a:pt x="863369" y="326661"/>
                  </a:cubicBezTo>
                  <a:cubicBezTo>
                    <a:pt x="863402" y="326661"/>
                    <a:pt x="863402" y="326694"/>
                    <a:pt x="863435" y="326694"/>
                  </a:cubicBezTo>
                  <a:cubicBezTo>
                    <a:pt x="866114" y="327223"/>
                    <a:pt x="868660" y="328216"/>
                    <a:pt x="871405" y="328447"/>
                  </a:cubicBezTo>
                  <a:cubicBezTo>
                    <a:pt x="872993" y="328579"/>
                    <a:pt x="874746" y="328579"/>
                    <a:pt x="876300" y="328943"/>
                  </a:cubicBezTo>
                  <a:cubicBezTo>
                    <a:pt x="877391" y="329175"/>
                    <a:pt x="878549" y="329737"/>
                    <a:pt x="879673" y="329935"/>
                  </a:cubicBezTo>
                  <a:cubicBezTo>
                    <a:pt x="879971" y="329869"/>
                    <a:pt x="880269" y="329902"/>
                    <a:pt x="880566" y="329935"/>
                  </a:cubicBezTo>
                  <a:cubicBezTo>
                    <a:pt x="917046" y="335855"/>
                    <a:pt x="953757" y="337311"/>
                    <a:pt x="989806" y="334103"/>
                  </a:cubicBezTo>
                  <a:close/>
                </a:path>
              </a:pathLst>
            </a:custGeom>
            <a:solidFill>
              <a:srgbClr val="FCED50"/>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lbert Sans Light"/>
                <a:ea typeface="Albert Sans Light"/>
                <a:cs typeface="Albert Sans Light"/>
                <a:sym typeface="Albert Sans Light"/>
              </a:endParaRPr>
            </a:p>
          </p:txBody>
        </p:sp>
        <p:sp>
          <p:nvSpPr>
            <p:cNvPr id="473" name="Google Shape;473;p51"/>
            <p:cNvSpPr/>
            <p:nvPr/>
          </p:nvSpPr>
          <p:spPr>
            <a:xfrm rot="2211587">
              <a:off x="2539289" y="4508689"/>
              <a:ext cx="1281987" cy="849474"/>
            </a:xfrm>
            <a:custGeom>
              <a:rect b="b" l="l" r="r" t="t"/>
              <a:pathLst>
                <a:path extrusionOk="0" h="655869" w="989806">
                  <a:moveTo>
                    <a:pt x="989806" y="334103"/>
                  </a:moveTo>
                  <a:lnTo>
                    <a:pt x="989806" y="342338"/>
                  </a:lnTo>
                  <a:cubicBezTo>
                    <a:pt x="953327" y="345116"/>
                    <a:pt x="916219" y="343628"/>
                    <a:pt x="880699" y="338038"/>
                  </a:cubicBezTo>
                  <a:cubicBezTo>
                    <a:pt x="880500" y="338071"/>
                    <a:pt x="880236" y="338071"/>
                    <a:pt x="880004" y="338038"/>
                  </a:cubicBezTo>
                  <a:cubicBezTo>
                    <a:pt x="877061" y="337741"/>
                    <a:pt x="874349" y="336815"/>
                    <a:pt x="871405" y="336517"/>
                  </a:cubicBezTo>
                  <a:cubicBezTo>
                    <a:pt x="868098" y="336153"/>
                    <a:pt x="864989" y="334797"/>
                    <a:pt x="861781" y="334433"/>
                  </a:cubicBezTo>
                  <a:cubicBezTo>
                    <a:pt x="861351" y="334400"/>
                    <a:pt x="860987" y="334301"/>
                    <a:pt x="860623" y="334136"/>
                  </a:cubicBezTo>
                  <a:cubicBezTo>
                    <a:pt x="860557" y="334136"/>
                    <a:pt x="860491" y="334103"/>
                    <a:pt x="860458" y="334103"/>
                  </a:cubicBezTo>
                  <a:cubicBezTo>
                    <a:pt x="788425" y="314557"/>
                    <a:pt x="724561" y="273976"/>
                    <a:pt x="674886" y="219736"/>
                  </a:cubicBezTo>
                  <a:cubicBezTo>
                    <a:pt x="591774" y="282575"/>
                    <a:pt x="509025" y="345910"/>
                    <a:pt x="425615" y="408351"/>
                  </a:cubicBezTo>
                  <a:cubicBezTo>
                    <a:pt x="381033" y="441722"/>
                    <a:pt x="336550" y="475622"/>
                    <a:pt x="291372" y="508463"/>
                  </a:cubicBezTo>
                  <a:cubicBezTo>
                    <a:pt x="289388" y="509885"/>
                    <a:pt x="287470" y="511274"/>
                    <a:pt x="285519" y="512729"/>
                  </a:cubicBezTo>
                  <a:cubicBezTo>
                    <a:pt x="282773" y="514714"/>
                    <a:pt x="280028" y="516731"/>
                    <a:pt x="277250" y="518683"/>
                  </a:cubicBezTo>
                  <a:cubicBezTo>
                    <a:pt x="297722" y="561810"/>
                    <a:pt x="311150" y="608343"/>
                    <a:pt x="316111" y="655869"/>
                  </a:cubicBezTo>
                  <a:lnTo>
                    <a:pt x="307214" y="655869"/>
                  </a:lnTo>
                  <a:cubicBezTo>
                    <a:pt x="302419" y="610427"/>
                    <a:pt x="290645" y="565448"/>
                    <a:pt x="271694" y="523908"/>
                  </a:cubicBezTo>
                  <a:cubicBezTo>
                    <a:pt x="271529" y="523974"/>
                    <a:pt x="271363" y="523974"/>
                    <a:pt x="271198" y="524007"/>
                  </a:cubicBezTo>
                  <a:cubicBezTo>
                    <a:pt x="271132" y="524040"/>
                    <a:pt x="271033" y="524107"/>
                    <a:pt x="270966" y="524173"/>
                  </a:cubicBezTo>
                  <a:cubicBezTo>
                    <a:pt x="270239" y="524702"/>
                    <a:pt x="269511" y="525231"/>
                    <a:pt x="268784" y="525727"/>
                  </a:cubicBezTo>
                  <a:cubicBezTo>
                    <a:pt x="267527" y="526521"/>
                    <a:pt x="266303" y="527215"/>
                    <a:pt x="264914" y="527612"/>
                  </a:cubicBezTo>
                  <a:cubicBezTo>
                    <a:pt x="264749" y="527910"/>
                    <a:pt x="264550" y="528175"/>
                    <a:pt x="264319" y="528439"/>
                  </a:cubicBezTo>
                  <a:cubicBezTo>
                    <a:pt x="264054" y="528704"/>
                    <a:pt x="263757" y="528968"/>
                    <a:pt x="263426" y="529101"/>
                  </a:cubicBezTo>
                  <a:cubicBezTo>
                    <a:pt x="263194" y="529431"/>
                    <a:pt x="262864" y="529729"/>
                    <a:pt x="262467" y="529960"/>
                  </a:cubicBezTo>
                  <a:lnTo>
                    <a:pt x="262434" y="529960"/>
                  </a:lnTo>
                  <a:lnTo>
                    <a:pt x="262401" y="529994"/>
                  </a:lnTo>
                  <a:lnTo>
                    <a:pt x="262334" y="529994"/>
                  </a:lnTo>
                  <a:cubicBezTo>
                    <a:pt x="261508" y="530853"/>
                    <a:pt x="260284" y="531118"/>
                    <a:pt x="259159" y="530986"/>
                  </a:cubicBezTo>
                  <a:cubicBezTo>
                    <a:pt x="258399" y="531316"/>
                    <a:pt x="257473" y="531350"/>
                    <a:pt x="256447" y="530953"/>
                  </a:cubicBezTo>
                  <a:cubicBezTo>
                    <a:pt x="232800" y="521824"/>
                    <a:pt x="221820" y="509422"/>
                    <a:pt x="210807" y="486866"/>
                  </a:cubicBezTo>
                  <a:cubicBezTo>
                    <a:pt x="204986" y="474960"/>
                    <a:pt x="197115" y="459416"/>
                    <a:pt x="202472" y="446253"/>
                  </a:cubicBezTo>
                  <a:cubicBezTo>
                    <a:pt x="202274" y="445790"/>
                    <a:pt x="202208" y="445261"/>
                    <a:pt x="202208" y="444632"/>
                  </a:cubicBezTo>
                  <a:cubicBezTo>
                    <a:pt x="202274" y="440829"/>
                    <a:pt x="205085" y="439341"/>
                    <a:pt x="207698" y="437224"/>
                  </a:cubicBezTo>
                  <a:cubicBezTo>
                    <a:pt x="209484" y="435769"/>
                    <a:pt x="211303" y="434247"/>
                    <a:pt x="213221" y="432958"/>
                  </a:cubicBezTo>
                  <a:cubicBezTo>
                    <a:pt x="213056" y="432792"/>
                    <a:pt x="212923" y="432660"/>
                    <a:pt x="212824" y="432495"/>
                  </a:cubicBezTo>
                  <a:cubicBezTo>
                    <a:pt x="212593" y="432230"/>
                    <a:pt x="212328" y="431932"/>
                    <a:pt x="212097" y="431668"/>
                  </a:cubicBezTo>
                  <a:cubicBezTo>
                    <a:pt x="210377" y="429683"/>
                    <a:pt x="208558" y="427699"/>
                    <a:pt x="206739" y="425781"/>
                  </a:cubicBezTo>
                  <a:cubicBezTo>
                    <a:pt x="197379" y="415727"/>
                    <a:pt x="187325" y="406235"/>
                    <a:pt x="176642" y="397371"/>
                  </a:cubicBezTo>
                  <a:cubicBezTo>
                    <a:pt x="125016" y="354476"/>
                    <a:pt x="64195" y="325636"/>
                    <a:pt x="0" y="313498"/>
                  </a:cubicBezTo>
                  <a:lnTo>
                    <a:pt x="0" y="305230"/>
                  </a:lnTo>
                  <a:cubicBezTo>
                    <a:pt x="80996" y="319286"/>
                    <a:pt x="158849" y="359073"/>
                    <a:pt x="213453" y="420853"/>
                  </a:cubicBezTo>
                  <a:cubicBezTo>
                    <a:pt x="215272" y="422804"/>
                    <a:pt x="216991" y="424822"/>
                    <a:pt x="218645" y="426839"/>
                  </a:cubicBezTo>
                  <a:cubicBezTo>
                    <a:pt x="218877" y="427104"/>
                    <a:pt x="219174" y="427434"/>
                    <a:pt x="219406" y="427699"/>
                  </a:cubicBezTo>
                  <a:cubicBezTo>
                    <a:pt x="221225" y="426442"/>
                    <a:pt x="223044" y="425086"/>
                    <a:pt x="224830" y="423763"/>
                  </a:cubicBezTo>
                  <a:cubicBezTo>
                    <a:pt x="227112" y="422176"/>
                    <a:pt x="229361" y="420522"/>
                    <a:pt x="231577" y="418835"/>
                  </a:cubicBezTo>
                  <a:cubicBezTo>
                    <a:pt x="275894" y="386192"/>
                    <a:pt x="319551" y="352557"/>
                    <a:pt x="363372" y="319650"/>
                  </a:cubicBezTo>
                  <a:cubicBezTo>
                    <a:pt x="446716" y="257043"/>
                    <a:pt x="529531" y="193708"/>
                    <a:pt x="612676" y="130903"/>
                  </a:cubicBezTo>
                  <a:cubicBezTo>
                    <a:pt x="609104" y="124057"/>
                    <a:pt x="605697" y="117144"/>
                    <a:pt x="602489" y="110100"/>
                  </a:cubicBezTo>
                  <a:cubicBezTo>
                    <a:pt x="586747" y="75373"/>
                    <a:pt x="574873" y="38067"/>
                    <a:pt x="568854" y="0"/>
                  </a:cubicBezTo>
                  <a:lnTo>
                    <a:pt x="577387" y="0"/>
                  </a:lnTo>
                  <a:cubicBezTo>
                    <a:pt x="583704" y="40845"/>
                    <a:pt x="596239" y="80830"/>
                    <a:pt x="615024" y="117607"/>
                  </a:cubicBezTo>
                  <a:cubicBezTo>
                    <a:pt x="666519" y="218480"/>
                    <a:pt x="752343" y="296499"/>
                    <a:pt x="862575" y="326330"/>
                  </a:cubicBezTo>
                  <a:cubicBezTo>
                    <a:pt x="862872" y="326397"/>
                    <a:pt x="863137" y="326496"/>
                    <a:pt x="863369" y="326661"/>
                  </a:cubicBezTo>
                  <a:cubicBezTo>
                    <a:pt x="863402" y="326661"/>
                    <a:pt x="863402" y="326694"/>
                    <a:pt x="863435" y="326694"/>
                  </a:cubicBezTo>
                  <a:cubicBezTo>
                    <a:pt x="866114" y="327223"/>
                    <a:pt x="868660" y="328216"/>
                    <a:pt x="871405" y="328447"/>
                  </a:cubicBezTo>
                  <a:cubicBezTo>
                    <a:pt x="872993" y="328579"/>
                    <a:pt x="874746" y="328579"/>
                    <a:pt x="876300" y="328943"/>
                  </a:cubicBezTo>
                  <a:cubicBezTo>
                    <a:pt x="877391" y="329175"/>
                    <a:pt x="878549" y="329737"/>
                    <a:pt x="879673" y="329935"/>
                  </a:cubicBezTo>
                  <a:cubicBezTo>
                    <a:pt x="879971" y="329869"/>
                    <a:pt x="880269" y="329902"/>
                    <a:pt x="880566" y="329935"/>
                  </a:cubicBezTo>
                  <a:cubicBezTo>
                    <a:pt x="917046" y="335855"/>
                    <a:pt x="953757" y="337311"/>
                    <a:pt x="989806" y="334103"/>
                  </a:cubicBezTo>
                  <a:close/>
                </a:path>
              </a:pathLst>
            </a:custGeom>
            <a:solidFill>
              <a:srgbClr val="FCED50"/>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lbert Sans Light"/>
                <a:ea typeface="Albert Sans Light"/>
                <a:cs typeface="Albert Sans Light"/>
                <a:sym typeface="Albert Sans Light"/>
              </a:endParaRPr>
            </a:p>
          </p:txBody>
        </p:sp>
        <p:sp>
          <p:nvSpPr>
            <p:cNvPr id="474" name="Google Shape;474;p51"/>
            <p:cNvSpPr/>
            <p:nvPr/>
          </p:nvSpPr>
          <p:spPr>
            <a:xfrm rot="2211587">
              <a:off x="3396202" y="4426865"/>
              <a:ext cx="973579" cy="973578"/>
            </a:xfrm>
            <a:prstGeom prst="ellipse">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sp>
          <p:nvSpPr>
            <p:cNvPr id="475" name="Google Shape;475;p51"/>
            <p:cNvSpPr/>
            <p:nvPr/>
          </p:nvSpPr>
          <p:spPr>
            <a:xfrm rot="2211587">
              <a:off x="1877398" y="4381400"/>
              <a:ext cx="973579" cy="973578"/>
            </a:xfrm>
            <a:prstGeom prst="ellipse">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sp>
          <p:nvSpPr>
            <p:cNvPr id="476" name="Google Shape;476;p51"/>
            <p:cNvSpPr/>
            <p:nvPr/>
          </p:nvSpPr>
          <p:spPr>
            <a:xfrm rot="2211587">
              <a:off x="4813524" y="4426865"/>
              <a:ext cx="973579" cy="973578"/>
            </a:xfrm>
            <a:prstGeom prst="ellipse">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grpSp>
      <p:sp>
        <p:nvSpPr>
          <p:cNvPr id="477" name="Google Shape;477;p51"/>
          <p:cNvSpPr txBox="1"/>
          <p:nvPr/>
        </p:nvSpPr>
        <p:spPr>
          <a:xfrm>
            <a:off x="1166210" y="4259437"/>
            <a:ext cx="2732050" cy="253915"/>
          </a:xfrm>
          <a:prstGeom prst="rect">
            <a:avLst/>
          </a:prstGeom>
          <a:noFill/>
          <a:ln>
            <a:noFill/>
          </a:ln>
        </p:spPr>
        <p:txBody>
          <a:bodyPr anchorCtr="0" anchor="t" bIns="34275" lIns="68575" spcFirstLastPara="1" rIns="68575" wrap="square" tIns="34275">
            <a:spAutoFit/>
          </a:bodyPr>
          <a:lstStyle/>
          <a:p>
            <a:pPr indent="0" lvl="0" marL="0" marR="0" rtl="0" algn="ctr">
              <a:lnSpc>
                <a:spcPct val="150000"/>
              </a:lnSpc>
              <a:spcBef>
                <a:spcPts val="0"/>
              </a:spcBef>
              <a:spcAft>
                <a:spcPts val="0"/>
              </a:spcAft>
              <a:buNone/>
            </a:pPr>
            <a:r>
              <a:rPr lang="id" sz="900">
                <a:solidFill>
                  <a:srgbClr val="0C0C0C"/>
                </a:solidFill>
                <a:latin typeface="Boldonse"/>
                <a:ea typeface="Boldonse"/>
                <a:cs typeface="Boldonse"/>
                <a:sym typeface="Boldonse"/>
              </a:rPr>
              <a:t>1 Oxygen atom + 2 Carbon atoms</a:t>
            </a:r>
            <a:endParaRPr sz="900">
              <a:solidFill>
                <a:srgbClr val="0C0C0C"/>
              </a:solidFill>
              <a:latin typeface="Boldonse"/>
              <a:ea typeface="Boldonse"/>
              <a:cs typeface="Boldonse"/>
              <a:sym typeface="Boldonse"/>
            </a:endParaRPr>
          </a:p>
        </p:txBody>
      </p:sp>
      <p:sp>
        <p:nvSpPr>
          <p:cNvPr id="478" name="Google Shape;478;p51"/>
          <p:cNvSpPr txBox="1"/>
          <p:nvPr/>
        </p:nvSpPr>
        <p:spPr>
          <a:xfrm>
            <a:off x="5411824" y="4259437"/>
            <a:ext cx="2732050" cy="253915"/>
          </a:xfrm>
          <a:prstGeom prst="rect">
            <a:avLst/>
          </a:prstGeom>
          <a:noFill/>
          <a:ln>
            <a:noFill/>
          </a:ln>
        </p:spPr>
        <p:txBody>
          <a:bodyPr anchorCtr="0" anchor="t" bIns="34275" lIns="68575" spcFirstLastPara="1" rIns="68575" wrap="square" tIns="34275">
            <a:spAutoFit/>
          </a:bodyPr>
          <a:lstStyle/>
          <a:p>
            <a:pPr indent="0" lvl="0" marL="0" marR="0" rtl="0" algn="ctr">
              <a:lnSpc>
                <a:spcPct val="150000"/>
              </a:lnSpc>
              <a:spcBef>
                <a:spcPts val="0"/>
              </a:spcBef>
              <a:spcAft>
                <a:spcPts val="0"/>
              </a:spcAft>
              <a:buNone/>
            </a:pPr>
            <a:r>
              <a:rPr lang="id" sz="900">
                <a:solidFill>
                  <a:srgbClr val="0C0C0C"/>
                </a:solidFill>
                <a:latin typeface="Boldonse"/>
                <a:ea typeface="Boldonse"/>
                <a:cs typeface="Boldonse"/>
                <a:sym typeface="Boldonse"/>
              </a:rPr>
              <a:t>1 Carbon Dioxide molecule</a:t>
            </a:r>
            <a:endParaRPr sz="900">
              <a:solidFill>
                <a:srgbClr val="0C0C0C"/>
              </a:solidFill>
              <a:latin typeface="Boldonse"/>
              <a:ea typeface="Boldonse"/>
              <a:cs typeface="Boldonse"/>
              <a:sym typeface="Boldonse"/>
            </a:endParaRPr>
          </a:p>
        </p:txBody>
      </p:sp>
      <p:grpSp>
        <p:nvGrpSpPr>
          <p:cNvPr id="479" name="Google Shape;479;p51"/>
          <p:cNvGrpSpPr/>
          <p:nvPr/>
        </p:nvGrpSpPr>
        <p:grpSpPr>
          <a:xfrm>
            <a:off x="6090478" y="3156813"/>
            <a:ext cx="1374745" cy="867911"/>
            <a:chOff x="8011085" y="4128050"/>
            <a:chExt cx="2080652" cy="1238250"/>
          </a:xfrm>
        </p:grpSpPr>
        <p:sp>
          <p:nvSpPr>
            <p:cNvPr id="480" name="Google Shape;480;p51"/>
            <p:cNvSpPr/>
            <p:nvPr/>
          </p:nvSpPr>
          <p:spPr>
            <a:xfrm>
              <a:off x="8977312" y="4128050"/>
              <a:ext cx="1114425" cy="1238250"/>
            </a:xfrm>
            <a:prstGeom prst="ellipse">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sp>
          <p:nvSpPr>
            <p:cNvPr id="481" name="Google Shape;481;p51"/>
            <p:cNvSpPr/>
            <p:nvPr/>
          </p:nvSpPr>
          <p:spPr>
            <a:xfrm>
              <a:off x="8011085" y="4128050"/>
              <a:ext cx="1114425" cy="1238250"/>
            </a:xfrm>
            <a:prstGeom prst="ellipse">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sp>
          <p:nvSpPr>
            <p:cNvPr id="482" name="Google Shape;482;p51"/>
            <p:cNvSpPr/>
            <p:nvPr/>
          </p:nvSpPr>
          <p:spPr>
            <a:xfrm>
              <a:off x="8554019" y="4128050"/>
              <a:ext cx="994784" cy="1238250"/>
            </a:xfrm>
            <a:prstGeom prst="ellipse">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grpSp>
      <p:grpSp>
        <p:nvGrpSpPr>
          <p:cNvPr id="483" name="Google Shape;483;p51"/>
          <p:cNvGrpSpPr/>
          <p:nvPr/>
        </p:nvGrpSpPr>
        <p:grpSpPr>
          <a:xfrm>
            <a:off x="6283130" y="1521317"/>
            <a:ext cx="989440" cy="797500"/>
            <a:chOff x="8598946" y="1858310"/>
            <a:chExt cx="1435730" cy="1157215"/>
          </a:xfrm>
        </p:grpSpPr>
        <p:sp>
          <p:nvSpPr>
            <p:cNvPr id="484" name="Google Shape;484;p51"/>
            <p:cNvSpPr/>
            <p:nvPr/>
          </p:nvSpPr>
          <p:spPr>
            <a:xfrm>
              <a:off x="8598946" y="1858310"/>
              <a:ext cx="876375" cy="1157215"/>
            </a:xfrm>
            <a:prstGeom prst="ellipse">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sp>
          <p:nvSpPr>
            <p:cNvPr id="485" name="Google Shape;485;p51"/>
            <p:cNvSpPr/>
            <p:nvPr/>
          </p:nvSpPr>
          <p:spPr>
            <a:xfrm>
              <a:off x="9158301" y="1858310"/>
              <a:ext cx="876375" cy="1157215"/>
            </a:xfrm>
            <a:prstGeom prst="ellipse">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grpSp>
      <p:sp>
        <p:nvSpPr>
          <p:cNvPr id="486" name="Google Shape;486;p51"/>
          <p:cNvSpPr/>
          <p:nvPr/>
        </p:nvSpPr>
        <p:spPr>
          <a:xfrm>
            <a:off x="4354188" y="1852552"/>
            <a:ext cx="997293" cy="182617"/>
          </a:xfrm>
          <a:custGeom>
            <a:rect b="b" l="l" r="r" t="t"/>
            <a:pathLst>
              <a:path extrusionOk="0" h="141424" w="772333">
                <a:moveTo>
                  <a:pt x="41019" y="76288"/>
                </a:moveTo>
                <a:cubicBezTo>
                  <a:pt x="262837" y="76288"/>
                  <a:pt x="484655" y="76288"/>
                  <a:pt x="706474" y="76288"/>
                </a:cubicBezTo>
                <a:cubicBezTo>
                  <a:pt x="688452" y="92509"/>
                  <a:pt x="669898" y="108111"/>
                  <a:pt x="651857" y="124313"/>
                </a:cubicBezTo>
                <a:cubicBezTo>
                  <a:pt x="642389" y="132809"/>
                  <a:pt x="688776" y="148326"/>
                  <a:pt x="700273" y="138001"/>
                </a:cubicBezTo>
                <a:cubicBezTo>
                  <a:pt x="722171" y="118351"/>
                  <a:pt x="744945" y="99653"/>
                  <a:pt x="766386" y="79498"/>
                </a:cubicBezTo>
                <a:cubicBezTo>
                  <a:pt x="779835" y="66849"/>
                  <a:pt x="767872" y="58553"/>
                  <a:pt x="756175" y="50256"/>
                </a:cubicBezTo>
                <a:cubicBezTo>
                  <a:pt x="733096" y="33873"/>
                  <a:pt x="708474" y="19776"/>
                  <a:pt x="683233" y="7032"/>
                </a:cubicBezTo>
                <a:cubicBezTo>
                  <a:pt x="672336" y="1536"/>
                  <a:pt x="659277" y="-1636"/>
                  <a:pt x="647066" y="869"/>
                </a:cubicBezTo>
                <a:cubicBezTo>
                  <a:pt x="637922" y="2746"/>
                  <a:pt x="635427" y="10280"/>
                  <a:pt x="644666" y="14947"/>
                </a:cubicBezTo>
                <a:cubicBezTo>
                  <a:pt x="662382" y="23891"/>
                  <a:pt x="679575" y="33569"/>
                  <a:pt x="696415" y="44065"/>
                </a:cubicBezTo>
                <a:cubicBezTo>
                  <a:pt x="697844" y="44960"/>
                  <a:pt x="706045" y="49551"/>
                  <a:pt x="712474" y="54219"/>
                </a:cubicBezTo>
                <a:cubicBezTo>
                  <a:pt x="475530" y="54219"/>
                  <a:pt x="238586" y="54219"/>
                  <a:pt x="1643" y="54219"/>
                </a:cubicBezTo>
                <a:cubicBezTo>
                  <a:pt x="-8368" y="54209"/>
                  <a:pt x="30208" y="76288"/>
                  <a:pt x="41019" y="76288"/>
                </a:cubicBezTo>
                <a:close/>
              </a:path>
            </a:pathLst>
          </a:custGeom>
          <a:solidFill>
            <a:srgbClr val="0C0C0C"/>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lbert Sans Light"/>
              <a:ea typeface="Albert Sans Light"/>
              <a:cs typeface="Albert Sans Light"/>
              <a:sym typeface="Albert Sans Light"/>
            </a:endParaRPr>
          </a:p>
        </p:txBody>
      </p:sp>
      <p:sp>
        <p:nvSpPr>
          <p:cNvPr id="487" name="Google Shape;487;p51"/>
          <p:cNvSpPr/>
          <p:nvPr/>
        </p:nvSpPr>
        <p:spPr>
          <a:xfrm>
            <a:off x="4354188" y="3576882"/>
            <a:ext cx="997293" cy="182618"/>
          </a:xfrm>
          <a:custGeom>
            <a:rect b="b" l="l" r="r" t="t"/>
            <a:pathLst>
              <a:path extrusionOk="0" h="141424" w="772333">
                <a:moveTo>
                  <a:pt x="41019" y="76288"/>
                </a:moveTo>
                <a:cubicBezTo>
                  <a:pt x="262837" y="76288"/>
                  <a:pt x="484655" y="76288"/>
                  <a:pt x="706474" y="76288"/>
                </a:cubicBezTo>
                <a:cubicBezTo>
                  <a:pt x="688452" y="92509"/>
                  <a:pt x="669898" y="108111"/>
                  <a:pt x="651857" y="124313"/>
                </a:cubicBezTo>
                <a:cubicBezTo>
                  <a:pt x="642389" y="132809"/>
                  <a:pt x="688776" y="148326"/>
                  <a:pt x="700273" y="138001"/>
                </a:cubicBezTo>
                <a:cubicBezTo>
                  <a:pt x="722171" y="118351"/>
                  <a:pt x="744945" y="99653"/>
                  <a:pt x="766386" y="79498"/>
                </a:cubicBezTo>
                <a:cubicBezTo>
                  <a:pt x="779835" y="66849"/>
                  <a:pt x="767872" y="58553"/>
                  <a:pt x="756175" y="50256"/>
                </a:cubicBezTo>
                <a:cubicBezTo>
                  <a:pt x="733096" y="33873"/>
                  <a:pt x="708474" y="19776"/>
                  <a:pt x="683233" y="7032"/>
                </a:cubicBezTo>
                <a:cubicBezTo>
                  <a:pt x="672336" y="1536"/>
                  <a:pt x="659277" y="-1636"/>
                  <a:pt x="647066" y="869"/>
                </a:cubicBezTo>
                <a:cubicBezTo>
                  <a:pt x="637922" y="2746"/>
                  <a:pt x="635427" y="10280"/>
                  <a:pt x="644666" y="14947"/>
                </a:cubicBezTo>
                <a:cubicBezTo>
                  <a:pt x="662382" y="23891"/>
                  <a:pt x="679575" y="33569"/>
                  <a:pt x="696415" y="44065"/>
                </a:cubicBezTo>
                <a:cubicBezTo>
                  <a:pt x="697844" y="44960"/>
                  <a:pt x="706045" y="49551"/>
                  <a:pt x="712474" y="54219"/>
                </a:cubicBezTo>
                <a:cubicBezTo>
                  <a:pt x="475530" y="54219"/>
                  <a:pt x="238586" y="54219"/>
                  <a:pt x="1643" y="54219"/>
                </a:cubicBezTo>
                <a:cubicBezTo>
                  <a:pt x="-8368" y="54209"/>
                  <a:pt x="30208" y="76288"/>
                  <a:pt x="41019" y="76288"/>
                </a:cubicBezTo>
                <a:close/>
              </a:path>
            </a:pathLst>
          </a:custGeom>
          <a:solidFill>
            <a:srgbClr val="0C0C0C"/>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lbert Sans Light"/>
              <a:ea typeface="Albert Sans Light"/>
              <a:cs typeface="Albert Sans Light"/>
              <a:sym typeface="Albert Sans 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grpSp>
        <p:nvGrpSpPr>
          <p:cNvPr id="492" name="Google Shape;492;p52"/>
          <p:cNvGrpSpPr/>
          <p:nvPr/>
        </p:nvGrpSpPr>
        <p:grpSpPr>
          <a:xfrm>
            <a:off x="6804618" y="920518"/>
            <a:ext cx="1539282" cy="3594332"/>
            <a:chOff x="9015638" y="1043940"/>
            <a:chExt cx="2052376" cy="4792442"/>
          </a:xfrm>
        </p:grpSpPr>
        <p:sp>
          <p:nvSpPr>
            <p:cNvPr id="493" name="Google Shape;493;p52"/>
            <p:cNvSpPr/>
            <p:nvPr/>
          </p:nvSpPr>
          <p:spPr>
            <a:xfrm>
              <a:off x="9015638" y="1043940"/>
              <a:ext cx="2052376" cy="4792442"/>
            </a:xfrm>
            <a:prstGeom prst="roundRect">
              <a:avLst>
                <a:gd fmla="val 11620" name="adj"/>
              </a:avLst>
            </a:prstGeom>
            <a:solidFill>
              <a:srgbClr val="F8F8F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cxnSp>
          <p:nvCxnSpPr>
            <p:cNvPr id="494" name="Google Shape;494;p52"/>
            <p:cNvCxnSpPr/>
            <p:nvPr/>
          </p:nvCxnSpPr>
          <p:spPr>
            <a:xfrm>
              <a:off x="9303423" y="3440161"/>
              <a:ext cx="1476806" cy="0"/>
            </a:xfrm>
            <a:prstGeom prst="straightConnector1">
              <a:avLst/>
            </a:prstGeom>
            <a:noFill/>
            <a:ln cap="flat" cmpd="sng" w="9525">
              <a:solidFill>
                <a:srgbClr val="D8D8D8"/>
              </a:solidFill>
              <a:prstDash val="solid"/>
              <a:round/>
              <a:headEnd len="sm" w="sm" type="none"/>
              <a:tailEnd len="sm" w="sm" type="none"/>
            </a:ln>
          </p:spPr>
        </p:cxnSp>
        <p:grpSp>
          <p:nvGrpSpPr>
            <p:cNvPr id="495" name="Google Shape;495;p52"/>
            <p:cNvGrpSpPr/>
            <p:nvPr/>
          </p:nvGrpSpPr>
          <p:grpSpPr>
            <a:xfrm>
              <a:off x="9246461" y="1386607"/>
              <a:ext cx="1590731" cy="1819596"/>
              <a:chOff x="9246461" y="1323861"/>
              <a:chExt cx="1590731" cy="1819596"/>
            </a:xfrm>
          </p:grpSpPr>
          <p:sp>
            <p:nvSpPr>
              <p:cNvPr id="496" name="Google Shape;496;p52"/>
              <p:cNvSpPr txBox="1"/>
              <p:nvPr/>
            </p:nvSpPr>
            <p:spPr>
              <a:xfrm>
                <a:off x="9246461" y="2513669"/>
                <a:ext cx="1590731" cy="629788"/>
              </a:xfrm>
              <a:prstGeom prst="rect">
                <a:avLst/>
              </a:prstGeom>
              <a:noFill/>
              <a:ln>
                <a:noFill/>
              </a:ln>
            </p:spPr>
            <p:txBody>
              <a:bodyPr anchorCtr="0" anchor="t" bIns="34275" lIns="68575" spcFirstLastPara="1" rIns="68575" wrap="square" tIns="34275">
                <a:spAutoFit/>
              </a:bodyPr>
              <a:lstStyle/>
              <a:p>
                <a:pPr indent="0" lvl="0" marL="0" marR="0" rtl="0" algn="ctr">
                  <a:lnSpc>
                    <a:spcPct val="150000"/>
                  </a:lnSpc>
                  <a:spcBef>
                    <a:spcPts val="0"/>
                  </a:spcBef>
                  <a:spcAft>
                    <a:spcPts val="0"/>
                  </a:spcAft>
                  <a:buNone/>
                </a:pPr>
                <a:r>
                  <a:rPr lang="id" sz="900">
                    <a:solidFill>
                      <a:srgbClr val="595959"/>
                    </a:solidFill>
                    <a:latin typeface="Albert Sans Light"/>
                    <a:ea typeface="Albert Sans Light"/>
                    <a:cs typeface="Albert Sans Light"/>
                    <a:sym typeface="Albert Sans Light"/>
                  </a:rPr>
                  <a:t>Lorem ipsum dolor sit amet, adipiscing</a:t>
                </a:r>
                <a:endParaRPr sz="900">
                  <a:solidFill>
                    <a:srgbClr val="595959"/>
                  </a:solidFill>
                  <a:latin typeface="Albert Sans Light"/>
                  <a:ea typeface="Albert Sans Light"/>
                  <a:cs typeface="Albert Sans Light"/>
                  <a:sym typeface="Albert Sans Light"/>
                </a:endParaRPr>
              </a:p>
            </p:txBody>
          </p:sp>
          <p:grpSp>
            <p:nvGrpSpPr>
              <p:cNvPr id="497" name="Google Shape;497;p52"/>
              <p:cNvGrpSpPr/>
              <p:nvPr/>
            </p:nvGrpSpPr>
            <p:grpSpPr>
              <a:xfrm>
                <a:off x="9548050" y="1323861"/>
                <a:ext cx="987552" cy="987552"/>
                <a:chOff x="9440404" y="945713"/>
                <a:chExt cx="987552" cy="987552"/>
              </a:xfrm>
            </p:grpSpPr>
            <p:sp>
              <p:nvSpPr>
                <p:cNvPr id="498" name="Google Shape;498;p52"/>
                <p:cNvSpPr/>
                <p:nvPr/>
              </p:nvSpPr>
              <p:spPr>
                <a:xfrm>
                  <a:off x="9440404" y="945713"/>
                  <a:ext cx="987552" cy="987552"/>
                </a:xfrm>
                <a:prstGeom prst="ellipse">
                  <a:avLst/>
                </a:prstGeom>
                <a:noFill/>
                <a:ln cap="flat" cmpd="sng" w="57150">
                  <a:solidFill>
                    <a:srgbClr val="F2F2F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sp>
              <p:nvSpPr>
                <p:cNvPr id="499" name="Google Shape;499;p52"/>
                <p:cNvSpPr/>
                <p:nvPr/>
              </p:nvSpPr>
              <p:spPr>
                <a:xfrm>
                  <a:off x="9441169" y="946479"/>
                  <a:ext cx="986022" cy="986020"/>
                </a:xfrm>
                <a:prstGeom prst="arc">
                  <a:avLst>
                    <a:gd fmla="val 16200000" name="adj1"/>
                    <a:gd fmla="val 12374762" name="adj2"/>
                  </a:avLst>
                </a:prstGeom>
                <a:noFill/>
                <a:ln cap="flat" cmpd="sng" w="57150">
                  <a:solidFill>
                    <a:schemeClr val="accen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lbert Sans Light"/>
                    <a:ea typeface="Albert Sans Light"/>
                    <a:cs typeface="Albert Sans Light"/>
                    <a:sym typeface="Albert Sans Light"/>
                  </a:endParaRPr>
                </a:p>
              </p:txBody>
            </p:sp>
            <p:sp>
              <p:nvSpPr>
                <p:cNvPr id="500" name="Google Shape;500;p52"/>
                <p:cNvSpPr txBox="1"/>
                <p:nvPr/>
              </p:nvSpPr>
              <p:spPr>
                <a:xfrm>
                  <a:off x="9582687" y="1326615"/>
                  <a:ext cx="741000" cy="276900"/>
                </a:xfrm>
                <a:prstGeom prst="rect">
                  <a:avLst/>
                </a:prstGeom>
                <a:noFill/>
                <a:ln>
                  <a:noFill/>
                </a:ln>
              </p:spPr>
              <p:txBody>
                <a:bodyPr anchorCtr="0" anchor="t" bIns="34275" lIns="68575" spcFirstLastPara="1" rIns="68575" wrap="square" tIns="34275">
                  <a:spAutoFit/>
                </a:bodyPr>
                <a:lstStyle/>
                <a:p>
                  <a:pPr indent="0" lvl="0" marL="0" marR="0" rtl="0" algn="ctr">
                    <a:lnSpc>
                      <a:spcPct val="150000"/>
                    </a:lnSpc>
                    <a:spcBef>
                      <a:spcPts val="0"/>
                    </a:spcBef>
                    <a:spcAft>
                      <a:spcPts val="0"/>
                    </a:spcAft>
                    <a:buNone/>
                  </a:pPr>
                  <a:r>
                    <a:rPr lang="id" sz="900">
                      <a:solidFill>
                        <a:srgbClr val="0C0C0C"/>
                      </a:solidFill>
                      <a:latin typeface="Boldonse"/>
                      <a:ea typeface="Boldonse"/>
                      <a:cs typeface="Boldonse"/>
                      <a:sym typeface="Boldonse"/>
                    </a:rPr>
                    <a:t>88%</a:t>
                  </a:r>
                  <a:endParaRPr sz="900">
                    <a:solidFill>
                      <a:srgbClr val="0C0C0C"/>
                    </a:solidFill>
                    <a:latin typeface="Boldonse"/>
                    <a:ea typeface="Boldonse"/>
                    <a:cs typeface="Boldonse"/>
                    <a:sym typeface="Boldonse"/>
                  </a:endParaRPr>
                </a:p>
              </p:txBody>
            </p:sp>
          </p:grpSp>
        </p:grpSp>
        <p:grpSp>
          <p:nvGrpSpPr>
            <p:cNvPr id="501" name="Google Shape;501;p52"/>
            <p:cNvGrpSpPr/>
            <p:nvPr/>
          </p:nvGrpSpPr>
          <p:grpSpPr>
            <a:xfrm>
              <a:off x="9246461" y="3688354"/>
              <a:ext cx="1590731" cy="1805361"/>
              <a:chOff x="9246461" y="3625608"/>
              <a:chExt cx="1590731" cy="1805361"/>
            </a:xfrm>
          </p:grpSpPr>
          <p:sp>
            <p:nvSpPr>
              <p:cNvPr id="502" name="Google Shape;502;p52"/>
              <p:cNvSpPr txBox="1"/>
              <p:nvPr/>
            </p:nvSpPr>
            <p:spPr>
              <a:xfrm>
                <a:off x="9246461" y="4815416"/>
                <a:ext cx="1590731" cy="615553"/>
              </a:xfrm>
              <a:prstGeom prst="rect">
                <a:avLst/>
              </a:prstGeom>
              <a:noFill/>
              <a:ln>
                <a:noFill/>
              </a:ln>
            </p:spPr>
            <p:txBody>
              <a:bodyPr anchorCtr="0" anchor="t" bIns="34275" lIns="68575" spcFirstLastPara="1" rIns="68575" wrap="square" tIns="34275">
                <a:spAutoFit/>
              </a:bodyPr>
              <a:lstStyle/>
              <a:p>
                <a:pPr indent="0" lvl="0" marL="0" marR="0" rtl="0" algn="ctr">
                  <a:lnSpc>
                    <a:spcPct val="150000"/>
                  </a:lnSpc>
                  <a:spcBef>
                    <a:spcPts val="0"/>
                  </a:spcBef>
                  <a:spcAft>
                    <a:spcPts val="0"/>
                  </a:spcAft>
                  <a:buNone/>
                </a:pPr>
                <a:r>
                  <a:rPr lang="id" sz="900">
                    <a:solidFill>
                      <a:srgbClr val="595959"/>
                    </a:solidFill>
                    <a:latin typeface="Albert Sans Light"/>
                    <a:ea typeface="Albert Sans Light"/>
                    <a:cs typeface="Albert Sans Light"/>
                    <a:sym typeface="Albert Sans Light"/>
                  </a:rPr>
                  <a:t>Lorem ipsum dolor sit amet, adipiscing</a:t>
                </a:r>
                <a:endParaRPr sz="900">
                  <a:solidFill>
                    <a:srgbClr val="595959"/>
                  </a:solidFill>
                  <a:latin typeface="Albert Sans Light"/>
                  <a:ea typeface="Albert Sans Light"/>
                  <a:cs typeface="Albert Sans Light"/>
                  <a:sym typeface="Albert Sans Light"/>
                </a:endParaRPr>
              </a:p>
            </p:txBody>
          </p:sp>
          <p:grpSp>
            <p:nvGrpSpPr>
              <p:cNvPr id="503" name="Google Shape;503;p52"/>
              <p:cNvGrpSpPr/>
              <p:nvPr/>
            </p:nvGrpSpPr>
            <p:grpSpPr>
              <a:xfrm>
                <a:off x="9548050" y="3625608"/>
                <a:ext cx="987552" cy="987552"/>
                <a:chOff x="9440404" y="945713"/>
                <a:chExt cx="987552" cy="987552"/>
              </a:xfrm>
            </p:grpSpPr>
            <p:sp>
              <p:nvSpPr>
                <p:cNvPr id="504" name="Google Shape;504;p52"/>
                <p:cNvSpPr/>
                <p:nvPr/>
              </p:nvSpPr>
              <p:spPr>
                <a:xfrm>
                  <a:off x="9440404" y="945713"/>
                  <a:ext cx="987552" cy="987552"/>
                </a:xfrm>
                <a:prstGeom prst="ellipse">
                  <a:avLst/>
                </a:prstGeom>
                <a:noFill/>
                <a:ln cap="flat" cmpd="sng" w="57150">
                  <a:solidFill>
                    <a:srgbClr val="F2F2F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sp>
              <p:nvSpPr>
                <p:cNvPr id="505" name="Google Shape;505;p52"/>
                <p:cNvSpPr/>
                <p:nvPr/>
              </p:nvSpPr>
              <p:spPr>
                <a:xfrm>
                  <a:off x="9441169" y="946479"/>
                  <a:ext cx="986022" cy="986020"/>
                </a:xfrm>
                <a:prstGeom prst="arc">
                  <a:avLst>
                    <a:gd fmla="val 16200000" name="adj1"/>
                    <a:gd fmla="val 7384965" name="adj2"/>
                  </a:avLst>
                </a:prstGeom>
                <a:noFill/>
                <a:ln cap="flat" cmpd="sng" w="57150">
                  <a:solidFill>
                    <a:schemeClr val="accen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lbert Sans Light"/>
                    <a:ea typeface="Albert Sans Light"/>
                    <a:cs typeface="Albert Sans Light"/>
                    <a:sym typeface="Albert Sans Light"/>
                  </a:endParaRPr>
                </a:p>
              </p:txBody>
            </p:sp>
            <p:sp>
              <p:nvSpPr>
                <p:cNvPr id="506" name="Google Shape;506;p52"/>
                <p:cNvSpPr txBox="1"/>
                <p:nvPr/>
              </p:nvSpPr>
              <p:spPr>
                <a:xfrm>
                  <a:off x="9582688" y="1326615"/>
                  <a:ext cx="741000" cy="276900"/>
                </a:xfrm>
                <a:prstGeom prst="rect">
                  <a:avLst/>
                </a:prstGeom>
                <a:noFill/>
                <a:ln>
                  <a:noFill/>
                </a:ln>
              </p:spPr>
              <p:txBody>
                <a:bodyPr anchorCtr="0" anchor="t" bIns="34275" lIns="68575" spcFirstLastPara="1" rIns="68575" wrap="square" tIns="34275">
                  <a:spAutoFit/>
                </a:bodyPr>
                <a:lstStyle/>
                <a:p>
                  <a:pPr indent="0" lvl="0" marL="0" marR="0" rtl="0" algn="ctr">
                    <a:lnSpc>
                      <a:spcPct val="150000"/>
                    </a:lnSpc>
                    <a:spcBef>
                      <a:spcPts val="0"/>
                    </a:spcBef>
                    <a:spcAft>
                      <a:spcPts val="0"/>
                    </a:spcAft>
                    <a:buNone/>
                  </a:pPr>
                  <a:r>
                    <a:rPr lang="id" sz="900">
                      <a:solidFill>
                        <a:srgbClr val="0C0C0C"/>
                      </a:solidFill>
                      <a:latin typeface="Boldonse"/>
                      <a:ea typeface="Boldonse"/>
                      <a:cs typeface="Boldonse"/>
                      <a:sym typeface="Boldonse"/>
                    </a:rPr>
                    <a:t>67%</a:t>
                  </a:r>
                  <a:endParaRPr sz="900">
                    <a:solidFill>
                      <a:srgbClr val="0C0C0C"/>
                    </a:solidFill>
                    <a:latin typeface="Boldonse"/>
                    <a:ea typeface="Boldonse"/>
                    <a:cs typeface="Boldonse"/>
                    <a:sym typeface="Boldonse"/>
                  </a:endParaRPr>
                </a:p>
              </p:txBody>
            </p:sp>
          </p:grpSp>
        </p:grpSp>
      </p:grpSp>
      <p:sp>
        <p:nvSpPr>
          <p:cNvPr id="507" name="Google Shape;507;p52"/>
          <p:cNvSpPr txBox="1"/>
          <p:nvPr/>
        </p:nvSpPr>
        <p:spPr>
          <a:xfrm>
            <a:off x="800100" y="717848"/>
            <a:ext cx="3657600" cy="623248"/>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id" sz="3600">
                <a:solidFill>
                  <a:srgbClr val="0C0C0C"/>
                </a:solidFill>
                <a:latin typeface="Boldonse"/>
                <a:ea typeface="Boldonse"/>
                <a:cs typeface="Boldonse"/>
                <a:sym typeface="Boldonse"/>
              </a:rPr>
              <a:t>Data report</a:t>
            </a:r>
            <a:endParaRPr sz="3600">
              <a:solidFill>
                <a:srgbClr val="0C0C0C"/>
              </a:solidFill>
              <a:latin typeface="Boldonse"/>
              <a:ea typeface="Boldonse"/>
              <a:cs typeface="Boldonse"/>
              <a:sym typeface="Boldonse"/>
            </a:endParaRPr>
          </a:p>
        </p:txBody>
      </p:sp>
      <p:sp>
        <p:nvSpPr>
          <p:cNvPr id="508" name="Google Shape;508;p52"/>
          <p:cNvSpPr txBox="1"/>
          <p:nvPr/>
        </p:nvSpPr>
        <p:spPr>
          <a:xfrm>
            <a:off x="391240" y="3758662"/>
            <a:ext cx="376899" cy="242366"/>
          </a:xfrm>
          <a:prstGeom prst="rect">
            <a:avLst/>
          </a:prstGeom>
          <a:noFill/>
          <a:ln>
            <a:noFill/>
          </a:ln>
        </p:spPr>
        <p:txBody>
          <a:bodyPr anchorCtr="0" anchor="t" bIns="51425" lIns="51425" spcFirstLastPara="1" rIns="51425" wrap="square" tIns="51425">
            <a:spAutoFit/>
          </a:bodyPr>
          <a:lstStyle/>
          <a:p>
            <a:pPr indent="0" lvl="0" marL="0" marR="0" rtl="0" algn="r">
              <a:spcBef>
                <a:spcPts val="0"/>
              </a:spcBef>
              <a:spcAft>
                <a:spcPts val="0"/>
              </a:spcAft>
              <a:buClr>
                <a:schemeClr val="dk1"/>
              </a:buClr>
              <a:buSzPts val="500"/>
              <a:buFont typeface="Hanken Grotesk"/>
              <a:buNone/>
            </a:pPr>
            <a:r>
              <a:rPr lang="id" sz="900">
                <a:solidFill>
                  <a:srgbClr val="595959"/>
                </a:solidFill>
                <a:latin typeface="Albert Sans Light"/>
                <a:ea typeface="Albert Sans Light"/>
                <a:cs typeface="Albert Sans Light"/>
                <a:sym typeface="Albert Sans Light"/>
              </a:rPr>
              <a:t>0</a:t>
            </a:r>
            <a:endParaRPr sz="900">
              <a:solidFill>
                <a:srgbClr val="595959"/>
              </a:solidFill>
              <a:latin typeface="Albert Sans Light"/>
              <a:ea typeface="Albert Sans Light"/>
              <a:cs typeface="Albert Sans Light"/>
              <a:sym typeface="Albert Sans Light"/>
            </a:endParaRPr>
          </a:p>
        </p:txBody>
      </p:sp>
      <p:sp>
        <p:nvSpPr>
          <p:cNvPr id="509" name="Google Shape;509;p52"/>
          <p:cNvSpPr txBox="1"/>
          <p:nvPr/>
        </p:nvSpPr>
        <p:spPr>
          <a:xfrm>
            <a:off x="391240" y="3452259"/>
            <a:ext cx="376899" cy="242366"/>
          </a:xfrm>
          <a:prstGeom prst="rect">
            <a:avLst/>
          </a:prstGeom>
          <a:noFill/>
          <a:ln>
            <a:noFill/>
          </a:ln>
        </p:spPr>
        <p:txBody>
          <a:bodyPr anchorCtr="0" anchor="t" bIns="51425" lIns="51425" spcFirstLastPara="1" rIns="51425" wrap="square" tIns="51425">
            <a:spAutoFit/>
          </a:bodyPr>
          <a:lstStyle/>
          <a:p>
            <a:pPr indent="0" lvl="0" marL="0" marR="0" rtl="0" algn="r">
              <a:spcBef>
                <a:spcPts val="0"/>
              </a:spcBef>
              <a:spcAft>
                <a:spcPts val="0"/>
              </a:spcAft>
              <a:buClr>
                <a:schemeClr val="dk1"/>
              </a:buClr>
              <a:buSzPts val="500"/>
              <a:buFont typeface="Hanken Grotesk"/>
              <a:buNone/>
            </a:pPr>
            <a:r>
              <a:rPr lang="id" sz="900">
                <a:solidFill>
                  <a:srgbClr val="595959"/>
                </a:solidFill>
                <a:latin typeface="Albert Sans Light"/>
                <a:ea typeface="Albert Sans Light"/>
                <a:cs typeface="Albert Sans Light"/>
                <a:sym typeface="Albert Sans Light"/>
              </a:rPr>
              <a:t>10</a:t>
            </a:r>
            <a:endParaRPr sz="900">
              <a:solidFill>
                <a:srgbClr val="595959"/>
              </a:solidFill>
              <a:latin typeface="Albert Sans Light"/>
              <a:ea typeface="Albert Sans Light"/>
              <a:cs typeface="Albert Sans Light"/>
              <a:sym typeface="Albert Sans Light"/>
            </a:endParaRPr>
          </a:p>
        </p:txBody>
      </p:sp>
      <p:sp>
        <p:nvSpPr>
          <p:cNvPr id="510" name="Google Shape;510;p52"/>
          <p:cNvSpPr txBox="1"/>
          <p:nvPr/>
        </p:nvSpPr>
        <p:spPr>
          <a:xfrm>
            <a:off x="391240" y="3142998"/>
            <a:ext cx="376899" cy="242366"/>
          </a:xfrm>
          <a:prstGeom prst="rect">
            <a:avLst/>
          </a:prstGeom>
          <a:noFill/>
          <a:ln>
            <a:noFill/>
          </a:ln>
        </p:spPr>
        <p:txBody>
          <a:bodyPr anchorCtr="0" anchor="t" bIns="51425" lIns="51425" spcFirstLastPara="1" rIns="51425" wrap="square" tIns="51425">
            <a:spAutoFit/>
          </a:bodyPr>
          <a:lstStyle/>
          <a:p>
            <a:pPr indent="0" lvl="0" marL="0" marR="0" rtl="0" algn="r">
              <a:spcBef>
                <a:spcPts val="0"/>
              </a:spcBef>
              <a:spcAft>
                <a:spcPts val="0"/>
              </a:spcAft>
              <a:buClr>
                <a:schemeClr val="dk1"/>
              </a:buClr>
              <a:buSzPts val="500"/>
              <a:buFont typeface="Hanken Grotesk"/>
              <a:buNone/>
            </a:pPr>
            <a:r>
              <a:rPr lang="id" sz="900">
                <a:solidFill>
                  <a:srgbClr val="595959"/>
                </a:solidFill>
                <a:latin typeface="Albert Sans Light"/>
                <a:ea typeface="Albert Sans Light"/>
                <a:cs typeface="Albert Sans Light"/>
                <a:sym typeface="Albert Sans Light"/>
              </a:rPr>
              <a:t>20</a:t>
            </a:r>
            <a:endParaRPr sz="900">
              <a:solidFill>
                <a:srgbClr val="595959"/>
              </a:solidFill>
              <a:latin typeface="Albert Sans Light"/>
              <a:ea typeface="Albert Sans Light"/>
              <a:cs typeface="Albert Sans Light"/>
              <a:sym typeface="Albert Sans Light"/>
            </a:endParaRPr>
          </a:p>
        </p:txBody>
      </p:sp>
      <p:sp>
        <p:nvSpPr>
          <p:cNvPr id="511" name="Google Shape;511;p52"/>
          <p:cNvSpPr txBox="1"/>
          <p:nvPr/>
        </p:nvSpPr>
        <p:spPr>
          <a:xfrm>
            <a:off x="391240" y="2836594"/>
            <a:ext cx="376899" cy="242366"/>
          </a:xfrm>
          <a:prstGeom prst="rect">
            <a:avLst/>
          </a:prstGeom>
          <a:noFill/>
          <a:ln>
            <a:noFill/>
          </a:ln>
        </p:spPr>
        <p:txBody>
          <a:bodyPr anchorCtr="0" anchor="t" bIns="51425" lIns="51425" spcFirstLastPara="1" rIns="51425" wrap="square" tIns="51425">
            <a:spAutoFit/>
          </a:bodyPr>
          <a:lstStyle/>
          <a:p>
            <a:pPr indent="0" lvl="0" marL="0" marR="0" rtl="0" algn="r">
              <a:spcBef>
                <a:spcPts val="0"/>
              </a:spcBef>
              <a:spcAft>
                <a:spcPts val="0"/>
              </a:spcAft>
              <a:buClr>
                <a:schemeClr val="dk1"/>
              </a:buClr>
              <a:buSzPts val="500"/>
              <a:buFont typeface="Hanken Grotesk"/>
              <a:buNone/>
            </a:pPr>
            <a:r>
              <a:rPr lang="id" sz="900">
                <a:solidFill>
                  <a:srgbClr val="595959"/>
                </a:solidFill>
                <a:latin typeface="Albert Sans Light"/>
                <a:ea typeface="Albert Sans Light"/>
                <a:cs typeface="Albert Sans Light"/>
                <a:sym typeface="Albert Sans Light"/>
              </a:rPr>
              <a:t>30</a:t>
            </a:r>
            <a:endParaRPr sz="900">
              <a:solidFill>
                <a:srgbClr val="595959"/>
              </a:solidFill>
              <a:latin typeface="Albert Sans Light"/>
              <a:ea typeface="Albert Sans Light"/>
              <a:cs typeface="Albert Sans Light"/>
              <a:sym typeface="Albert Sans Light"/>
            </a:endParaRPr>
          </a:p>
        </p:txBody>
      </p:sp>
      <p:sp>
        <p:nvSpPr>
          <p:cNvPr id="512" name="Google Shape;512;p52"/>
          <p:cNvSpPr txBox="1"/>
          <p:nvPr/>
        </p:nvSpPr>
        <p:spPr>
          <a:xfrm>
            <a:off x="391240" y="2528762"/>
            <a:ext cx="376899" cy="242366"/>
          </a:xfrm>
          <a:prstGeom prst="rect">
            <a:avLst/>
          </a:prstGeom>
          <a:noFill/>
          <a:ln>
            <a:noFill/>
          </a:ln>
        </p:spPr>
        <p:txBody>
          <a:bodyPr anchorCtr="0" anchor="t" bIns="51425" lIns="51425" spcFirstLastPara="1" rIns="51425" wrap="square" tIns="51425">
            <a:spAutoFit/>
          </a:bodyPr>
          <a:lstStyle/>
          <a:p>
            <a:pPr indent="0" lvl="0" marL="0" marR="0" rtl="0" algn="r">
              <a:spcBef>
                <a:spcPts val="0"/>
              </a:spcBef>
              <a:spcAft>
                <a:spcPts val="0"/>
              </a:spcAft>
              <a:buClr>
                <a:schemeClr val="dk1"/>
              </a:buClr>
              <a:buSzPts val="500"/>
              <a:buFont typeface="Hanken Grotesk"/>
              <a:buNone/>
            </a:pPr>
            <a:r>
              <a:rPr lang="id" sz="900">
                <a:solidFill>
                  <a:srgbClr val="595959"/>
                </a:solidFill>
                <a:latin typeface="Albert Sans Light"/>
                <a:ea typeface="Albert Sans Light"/>
                <a:cs typeface="Albert Sans Light"/>
                <a:sym typeface="Albert Sans Light"/>
              </a:rPr>
              <a:t>40</a:t>
            </a:r>
            <a:endParaRPr sz="900">
              <a:solidFill>
                <a:srgbClr val="595959"/>
              </a:solidFill>
              <a:latin typeface="Albert Sans Light"/>
              <a:ea typeface="Albert Sans Light"/>
              <a:cs typeface="Albert Sans Light"/>
              <a:sym typeface="Albert Sans Light"/>
            </a:endParaRPr>
          </a:p>
        </p:txBody>
      </p:sp>
      <p:sp>
        <p:nvSpPr>
          <p:cNvPr id="513" name="Google Shape;513;p52"/>
          <p:cNvSpPr txBox="1"/>
          <p:nvPr/>
        </p:nvSpPr>
        <p:spPr>
          <a:xfrm>
            <a:off x="391240" y="2220929"/>
            <a:ext cx="376899" cy="242366"/>
          </a:xfrm>
          <a:prstGeom prst="rect">
            <a:avLst/>
          </a:prstGeom>
          <a:noFill/>
          <a:ln>
            <a:noFill/>
          </a:ln>
        </p:spPr>
        <p:txBody>
          <a:bodyPr anchorCtr="0" anchor="t" bIns="51425" lIns="51425" spcFirstLastPara="1" rIns="51425" wrap="square" tIns="51425">
            <a:spAutoFit/>
          </a:bodyPr>
          <a:lstStyle/>
          <a:p>
            <a:pPr indent="0" lvl="0" marL="0" marR="0" rtl="0" algn="r">
              <a:spcBef>
                <a:spcPts val="0"/>
              </a:spcBef>
              <a:spcAft>
                <a:spcPts val="0"/>
              </a:spcAft>
              <a:buClr>
                <a:schemeClr val="dk1"/>
              </a:buClr>
              <a:buSzPts val="500"/>
              <a:buFont typeface="Hanken Grotesk"/>
              <a:buNone/>
            </a:pPr>
            <a:r>
              <a:rPr lang="id" sz="900">
                <a:solidFill>
                  <a:srgbClr val="595959"/>
                </a:solidFill>
                <a:latin typeface="Albert Sans Light"/>
                <a:ea typeface="Albert Sans Light"/>
                <a:cs typeface="Albert Sans Light"/>
                <a:sym typeface="Albert Sans Light"/>
              </a:rPr>
              <a:t>50</a:t>
            </a:r>
            <a:endParaRPr sz="900">
              <a:solidFill>
                <a:srgbClr val="595959"/>
              </a:solidFill>
              <a:latin typeface="Albert Sans Light"/>
              <a:ea typeface="Albert Sans Light"/>
              <a:cs typeface="Albert Sans Light"/>
              <a:sym typeface="Albert Sans Light"/>
            </a:endParaRPr>
          </a:p>
        </p:txBody>
      </p:sp>
      <p:sp>
        <p:nvSpPr>
          <p:cNvPr id="514" name="Google Shape;514;p52"/>
          <p:cNvSpPr txBox="1"/>
          <p:nvPr/>
        </p:nvSpPr>
        <p:spPr>
          <a:xfrm>
            <a:off x="391240" y="1913096"/>
            <a:ext cx="376899" cy="242366"/>
          </a:xfrm>
          <a:prstGeom prst="rect">
            <a:avLst/>
          </a:prstGeom>
          <a:noFill/>
          <a:ln>
            <a:noFill/>
          </a:ln>
        </p:spPr>
        <p:txBody>
          <a:bodyPr anchorCtr="0" anchor="t" bIns="51425" lIns="51425" spcFirstLastPara="1" rIns="51425" wrap="square" tIns="51425">
            <a:spAutoFit/>
          </a:bodyPr>
          <a:lstStyle/>
          <a:p>
            <a:pPr indent="0" lvl="0" marL="0" marR="0" rtl="0" algn="r">
              <a:spcBef>
                <a:spcPts val="0"/>
              </a:spcBef>
              <a:spcAft>
                <a:spcPts val="0"/>
              </a:spcAft>
              <a:buClr>
                <a:schemeClr val="dk1"/>
              </a:buClr>
              <a:buSzPts val="500"/>
              <a:buFont typeface="Hanken Grotesk"/>
              <a:buNone/>
            </a:pPr>
            <a:r>
              <a:rPr lang="id" sz="900">
                <a:solidFill>
                  <a:srgbClr val="595959"/>
                </a:solidFill>
                <a:latin typeface="Albert Sans Light"/>
                <a:ea typeface="Albert Sans Light"/>
                <a:cs typeface="Albert Sans Light"/>
                <a:sym typeface="Albert Sans Light"/>
              </a:rPr>
              <a:t>60</a:t>
            </a:r>
            <a:endParaRPr sz="900">
              <a:solidFill>
                <a:srgbClr val="595959"/>
              </a:solidFill>
              <a:latin typeface="Albert Sans Light"/>
              <a:ea typeface="Albert Sans Light"/>
              <a:cs typeface="Albert Sans Light"/>
              <a:sym typeface="Albert Sans Light"/>
            </a:endParaRPr>
          </a:p>
        </p:txBody>
      </p:sp>
      <p:sp>
        <p:nvSpPr>
          <p:cNvPr id="515" name="Google Shape;515;p52"/>
          <p:cNvSpPr txBox="1"/>
          <p:nvPr/>
        </p:nvSpPr>
        <p:spPr>
          <a:xfrm>
            <a:off x="391240" y="1605263"/>
            <a:ext cx="376899" cy="242366"/>
          </a:xfrm>
          <a:prstGeom prst="rect">
            <a:avLst/>
          </a:prstGeom>
          <a:noFill/>
          <a:ln>
            <a:noFill/>
          </a:ln>
        </p:spPr>
        <p:txBody>
          <a:bodyPr anchorCtr="0" anchor="t" bIns="51425" lIns="51425" spcFirstLastPara="1" rIns="51425" wrap="square" tIns="51425">
            <a:spAutoFit/>
          </a:bodyPr>
          <a:lstStyle/>
          <a:p>
            <a:pPr indent="0" lvl="0" marL="0" marR="0" rtl="0" algn="r">
              <a:spcBef>
                <a:spcPts val="0"/>
              </a:spcBef>
              <a:spcAft>
                <a:spcPts val="0"/>
              </a:spcAft>
              <a:buClr>
                <a:schemeClr val="dk1"/>
              </a:buClr>
              <a:buSzPts val="500"/>
              <a:buFont typeface="Hanken Grotesk"/>
              <a:buNone/>
            </a:pPr>
            <a:r>
              <a:rPr lang="id" sz="900">
                <a:solidFill>
                  <a:srgbClr val="595959"/>
                </a:solidFill>
                <a:latin typeface="Albert Sans Light"/>
                <a:ea typeface="Albert Sans Light"/>
                <a:cs typeface="Albert Sans Light"/>
                <a:sym typeface="Albert Sans Light"/>
              </a:rPr>
              <a:t>70</a:t>
            </a:r>
            <a:endParaRPr sz="900">
              <a:solidFill>
                <a:srgbClr val="595959"/>
              </a:solidFill>
              <a:latin typeface="Albert Sans Light"/>
              <a:ea typeface="Albert Sans Light"/>
              <a:cs typeface="Albert Sans Light"/>
              <a:sym typeface="Albert Sans Light"/>
            </a:endParaRPr>
          </a:p>
        </p:txBody>
      </p:sp>
      <p:cxnSp>
        <p:nvCxnSpPr>
          <p:cNvPr id="516" name="Google Shape;516;p52"/>
          <p:cNvCxnSpPr/>
          <p:nvPr/>
        </p:nvCxnSpPr>
        <p:spPr>
          <a:xfrm>
            <a:off x="820103" y="3576599"/>
            <a:ext cx="5391900" cy="0"/>
          </a:xfrm>
          <a:prstGeom prst="straightConnector1">
            <a:avLst/>
          </a:prstGeom>
          <a:noFill/>
          <a:ln cap="flat" cmpd="sng" w="12700">
            <a:solidFill>
              <a:srgbClr val="D8D8D8"/>
            </a:solidFill>
            <a:prstDash val="solid"/>
            <a:round/>
            <a:headEnd len="sm" w="sm" type="none"/>
            <a:tailEnd len="sm" w="sm" type="none"/>
          </a:ln>
        </p:spPr>
      </p:cxnSp>
      <p:cxnSp>
        <p:nvCxnSpPr>
          <p:cNvPr id="517" name="Google Shape;517;p52"/>
          <p:cNvCxnSpPr/>
          <p:nvPr/>
        </p:nvCxnSpPr>
        <p:spPr>
          <a:xfrm>
            <a:off x="820103" y="2038253"/>
            <a:ext cx="5391900" cy="0"/>
          </a:xfrm>
          <a:prstGeom prst="straightConnector1">
            <a:avLst/>
          </a:prstGeom>
          <a:noFill/>
          <a:ln cap="flat" cmpd="sng" w="12700">
            <a:solidFill>
              <a:srgbClr val="D8D8D8"/>
            </a:solidFill>
            <a:prstDash val="solid"/>
            <a:round/>
            <a:headEnd len="sm" w="sm" type="none"/>
            <a:tailEnd len="sm" w="sm" type="none"/>
          </a:ln>
        </p:spPr>
      </p:cxnSp>
      <p:cxnSp>
        <p:nvCxnSpPr>
          <p:cNvPr id="518" name="Google Shape;518;p52"/>
          <p:cNvCxnSpPr/>
          <p:nvPr/>
        </p:nvCxnSpPr>
        <p:spPr>
          <a:xfrm>
            <a:off x="820103" y="2652905"/>
            <a:ext cx="5391900" cy="0"/>
          </a:xfrm>
          <a:prstGeom prst="straightConnector1">
            <a:avLst/>
          </a:prstGeom>
          <a:noFill/>
          <a:ln cap="flat" cmpd="sng" w="12700">
            <a:solidFill>
              <a:srgbClr val="D8D8D8"/>
            </a:solidFill>
            <a:prstDash val="solid"/>
            <a:round/>
            <a:headEnd len="sm" w="sm" type="none"/>
            <a:tailEnd len="sm" w="sm" type="none"/>
          </a:ln>
        </p:spPr>
      </p:cxnSp>
      <p:cxnSp>
        <p:nvCxnSpPr>
          <p:cNvPr id="519" name="Google Shape;519;p52"/>
          <p:cNvCxnSpPr/>
          <p:nvPr/>
        </p:nvCxnSpPr>
        <p:spPr>
          <a:xfrm>
            <a:off x="820103" y="2962402"/>
            <a:ext cx="5391900" cy="0"/>
          </a:xfrm>
          <a:prstGeom prst="straightConnector1">
            <a:avLst/>
          </a:prstGeom>
          <a:noFill/>
          <a:ln cap="flat" cmpd="sng" w="12700">
            <a:solidFill>
              <a:srgbClr val="D8D8D8"/>
            </a:solidFill>
            <a:prstDash val="solid"/>
            <a:round/>
            <a:headEnd len="sm" w="sm" type="none"/>
            <a:tailEnd len="sm" w="sm" type="none"/>
          </a:ln>
        </p:spPr>
      </p:cxnSp>
      <p:cxnSp>
        <p:nvCxnSpPr>
          <p:cNvPr id="520" name="Google Shape;520;p52"/>
          <p:cNvCxnSpPr/>
          <p:nvPr/>
        </p:nvCxnSpPr>
        <p:spPr>
          <a:xfrm>
            <a:off x="820103" y="3268504"/>
            <a:ext cx="5391900" cy="0"/>
          </a:xfrm>
          <a:prstGeom prst="straightConnector1">
            <a:avLst/>
          </a:prstGeom>
          <a:noFill/>
          <a:ln cap="flat" cmpd="sng" w="12700">
            <a:solidFill>
              <a:srgbClr val="D8D8D8"/>
            </a:solidFill>
            <a:prstDash val="solid"/>
            <a:round/>
            <a:headEnd len="sm" w="sm" type="none"/>
            <a:tailEnd len="sm" w="sm" type="none"/>
          </a:ln>
        </p:spPr>
      </p:cxnSp>
      <p:cxnSp>
        <p:nvCxnSpPr>
          <p:cNvPr id="521" name="Google Shape;521;p52"/>
          <p:cNvCxnSpPr/>
          <p:nvPr/>
        </p:nvCxnSpPr>
        <p:spPr>
          <a:xfrm>
            <a:off x="820103" y="2345928"/>
            <a:ext cx="5391900" cy="0"/>
          </a:xfrm>
          <a:prstGeom prst="straightConnector1">
            <a:avLst/>
          </a:prstGeom>
          <a:noFill/>
          <a:ln cap="flat" cmpd="sng" w="12700">
            <a:solidFill>
              <a:srgbClr val="D8D8D8"/>
            </a:solidFill>
            <a:prstDash val="solid"/>
            <a:round/>
            <a:headEnd len="sm" w="sm" type="none"/>
            <a:tailEnd len="sm" w="sm" type="none"/>
          </a:ln>
        </p:spPr>
      </p:cxnSp>
      <p:cxnSp>
        <p:nvCxnSpPr>
          <p:cNvPr id="522" name="Google Shape;522;p52"/>
          <p:cNvCxnSpPr/>
          <p:nvPr/>
        </p:nvCxnSpPr>
        <p:spPr>
          <a:xfrm>
            <a:off x="820103" y="1730660"/>
            <a:ext cx="5391900" cy="0"/>
          </a:xfrm>
          <a:prstGeom prst="straightConnector1">
            <a:avLst/>
          </a:prstGeom>
          <a:noFill/>
          <a:ln cap="flat" cmpd="sng" w="12700">
            <a:solidFill>
              <a:srgbClr val="D8D8D8"/>
            </a:solidFill>
            <a:prstDash val="solid"/>
            <a:round/>
            <a:headEnd len="sm" w="sm" type="none"/>
            <a:tailEnd len="sm" w="sm" type="none"/>
          </a:ln>
        </p:spPr>
      </p:cxnSp>
      <p:cxnSp>
        <p:nvCxnSpPr>
          <p:cNvPr id="523" name="Google Shape;523;p52"/>
          <p:cNvCxnSpPr/>
          <p:nvPr/>
        </p:nvCxnSpPr>
        <p:spPr>
          <a:xfrm>
            <a:off x="820103" y="3884546"/>
            <a:ext cx="5391900" cy="0"/>
          </a:xfrm>
          <a:prstGeom prst="straightConnector1">
            <a:avLst/>
          </a:prstGeom>
          <a:noFill/>
          <a:ln cap="flat" cmpd="sng" w="12700">
            <a:solidFill>
              <a:srgbClr val="D8D8D8"/>
            </a:solidFill>
            <a:prstDash val="solid"/>
            <a:round/>
            <a:headEnd len="sm" w="sm" type="none"/>
            <a:tailEnd len="sm" w="sm" type="none"/>
          </a:ln>
        </p:spPr>
      </p:cxnSp>
      <p:cxnSp>
        <p:nvCxnSpPr>
          <p:cNvPr id="524" name="Google Shape;524;p52"/>
          <p:cNvCxnSpPr/>
          <p:nvPr/>
        </p:nvCxnSpPr>
        <p:spPr>
          <a:xfrm>
            <a:off x="1088399" y="2192368"/>
            <a:ext cx="0" cy="1355400"/>
          </a:xfrm>
          <a:prstGeom prst="straightConnector1">
            <a:avLst/>
          </a:prstGeom>
          <a:noFill/>
          <a:ln cap="flat" cmpd="sng" w="12700">
            <a:solidFill>
              <a:schemeClr val="accent1"/>
            </a:solidFill>
            <a:prstDash val="solid"/>
            <a:miter lim="800000"/>
            <a:headEnd len="sm" w="sm" type="none"/>
            <a:tailEnd len="sm" w="sm" type="none"/>
          </a:ln>
        </p:spPr>
      </p:cxnSp>
      <p:cxnSp>
        <p:nvCxnSpPr>
          <p:cNvPr id="525" name="Google Shape;525;p52"/>
          <p:cNvCxnSpPr/>
          <p:nvPr/>
        </p:nvCxnSpPr>
        <p:spPr>
          <a:xfrm>
            <a:off x="1628466" y="2130430"/>
            <a:ext cx="0" cy="1385100"/>
          </a:xfrm>
          <a:prstGeom prst="straightConnector1">
            <a:avLst/>
          </a:prstGeom>
          <a:noFill/>
          <a:ln cap="flat" cmpd="sng" w="12700">
            <a:solidFill>
              <a:schemeClr val="accent1"/>
            </a:solidFill>
            <a:prstDash val="solid"/>
            <a:miter lim="800000"/>
            <a:headEnd len="sm" w="sm" type="none"/>
            <a:tailEnd len="sm" w="sm" type="none"/>
          </a:ln>
        </p:spPr>
      </p:cxnSp>
      <p:cxnSp>
        <p:nvCxnSpPr>
          <p:cNvPr id="526" name="Google Shape;526;p52"/>
          <p:cNvCxnSpPr/>
          <p:nvPr/>
        </p:nvCxnSpPr>
        <p:spPr>
          <a:xfrm>
            <a:off x="2167105" y="2130430"/>
            <a:ext cx="0" cy="1355400"/>
          </a:xfrm>
          <a:prstGeom prst="straightConnector1">
            <a:avLst/>
          </a:prstGeom>
          <a:noFill/>
          <a:ln cap="flat" cmpd="sng" w="12700">
            <a:solidFill>
              <a:schemeClr val="accent1"/>
            </a:solidFill>
            <a:prstDash val="solid"/>
            <a:miter lim="800000"/>
            <a:headEnd len="sm" w="sm" type="none"/>
            <a:tailEnd len="sm" w="sm" type="none"/>
          </a:ln>
        </p:spPr>
      </p:cxnSp>
      <p:cxnSp>
        <p:nvCxnSpPr>
          <p:cNvPr id="527" name="Google Shape;527;p52"/>
          <p:cNvCxnSpPr/>
          <p:nvPr/>
        </p:nvCxnSpPr>
        <p:spPr>
          <a:xfrm>
            <a:off x="2705744" y="2100746"/>
            <a:ext cx="0" cy="1447200"/>
          </a:xfrm>
          <a:prstGeom prst="straightConnector1">
            <a:avLst/>
          </a:prstGeom>
          <a:noFill/>
          <a:ln cap="flat" cmpd="sng" w="12700">
            <a:solidFill>
              <a:schemeClr val="accent1"/>
            </a:solidFill>
            <a:prstDash val="solid"/>
            <a:miter lim="800000"/>
            <a:headEnd len="sm" w="sm" type="none"/>
            <a:tailEnd len="sm" w="sm" type="none"/>
          </a:ln>
        </p:spPr>
      </p:cxnSp>
      <p:cxnSp>
        <p:nvCxnSpPr>
          <p:cNvPr id="528" name="Google Shape;528;p52"/>
          <p:cNvCxnSpPr/>
          <p:nvPr/>
        </p:nvCxnSpPr>
        <p:spPr>
          <a:xfrm>
            <a:off x="3245811" y="2775414"/>
            <a:ext cx="0" cy="955052"/>
          </a:xfrm>
          <a:prstGeom prst="straightConnector1">
            <a:avLst/>
          </a:prstGeom>
          <a:noFill/>
          <a:ln cap="flat" cmpd="sng" w="12700">
            <a:solidFill>
              <a:schemeClr val="accent1"/>
            </a:solidFill>
            <a:prstDash val="solid"/>
            <a:miter lim="800000"/>
            <a:headEnd len="sm" w="sm" type="none"/>
            <a:tailEnd len="sm" w="sm" type="none"/>
          </a:ln>
        </p:spPr>
      </p:cxnSp>
      <p:cxnSp>
        <p:nvCxnSpPr>
          <p:cNvPr id="529" name="Google Shape;529;p52"/>
          <p:cNvCxnSpPr/>
          <p:nvPr/>
        </p:nvCxnSpPr>
        <p:spPr>
          <a:xfrm>
            <a:off x="3784450" y="3298450"/>
            <a:ext cx="0" cy="432000"/>
          </a:xfrm>
          <a:prstGeom prst="straightConnector1">
            <a:avLst/>
          </a:prstGeom>
          <a:noFill/>
          <a:ln cap="flat" cmpd="sng" w="12700">
            <a:solidFill>
              <a:schemeClr val="accent1"/>
            </a:solidFill>
            <a:prstDash val="solid"/>
            <a:miter lim="800000"/>
            <a:headEnd len="sm" w="sm" type="none"/>
            <a:tailEnd len="sm" w="sm" type="none"/>
          </a:ln>
        </p:spPr>
      </p:cxnSp>
      <p:cxnSp>
        <p:nvCxnSpPr>
          <p:cNvPr id="530" name="Google Shape;530;p52"/>
          <p:cNvCxnSpPr/>
          <p:nvPr/>
        </p:nvCxnSpPr>
        <p:spPr>
          <a:xfrm>
            <a:off x="4323089" y="2966647"/>
            <a:ext cx="0" cy="888121"/>
          </a:xfrm>
          <a:prstGeom prst="straightConnector1">
            <a:avLst/>
          </a:prstGeom>
          <a:noFill/>
          <a:ln cap="flat" cmpd="sng" w="12700">
            <a:solidFill>
              <a:schemeClr val="accent1"/>
            </a:solidFill>
            <a:prstDash val="solid"/>
            <a:miter lim="800000"/>
            <a:headEnd len="sm" w="sm" type="none"/>
            <a:tailEnd len="sm" w="sm" type="none"/>
          </a:ln>
        </p:spPr>
      </p:cxnSp>
      <p:cxnSp>
        <p:nvCxnSpPr>
          <p:cNvPr id="531" name="Google Shape;531;p52"/>
          <p:cNvCxnSpPr/>
          <p:nvPr/>
        </p:nvCxnSpPr>
        <p:spPr>
          <a:xfrm>
            <a:off x="4863156" y="2966647"/>
            <a:ext cx="0" cy="888121"/>
          </a:xfrm>
          <a:prstGeom prst="straightConnector1">
            <a:avLst/>
          </a:prstGeom>
          <a:noFill/>
          <a:ln cap="flat" cmpd="sng" w="12700">
            <a:solidFill>
              <a:schemeClr val="accent1"/>
            </a:solidFill>
            <a:prstDash val="solid"/>
            <a:miter lim="800000"/>
            <a:headEnd len="sm" w="sm" type="none"/>
            <a:tailEnd len="sm" w="sm" type="none"/>
          </a:ln>
        </p:spPr>
      </p:cxnSp>
      <p:cxnSp>
        <p:nvCxnSpPr>
          <p:cNvPr id="532" name="Google Shape;532;p52"/>
          <p:cNvCxnSpPr/>
          <p:nvPr/>
        </p:nvCxnSpPr>
        <p:spPr>
          <a:xfrm>
            <a:off x="5401795" y="2842959"/>
            <a:ext cx="0" cy="888121"/>
          </a:xfrm>
          <a:prstGeom prst="straightConnector1">
            <a:avLst/>
          </a:prstGeom>
          <a:noFill/>
          <a:ln cap="flat" cmpd="sng" w="12700">
            <a:solidFill>
              <a:schemeClr val="accent1"/>
            </a:solidFill>
            <a:prstDash val="solid"/>
            <a:miter lim="800000"/>
            <a:headEnd len="sm" w="sm" type="none"/>
            <a:tailEnd len="sm" w="sm" type="none"/>
          </a:ln>
        </p:spPr>
      </p:cxnSp>
      <p:cxnSp>
        <p:nvCxnSpPr>
          <p:cNvPr id="533" name="Google Shape;533;p52"/>
          <p:cNvCxnSpPr/>
          <p:nvPr/>
        </p:nvCxnSpPr>
        <p:spPr>
          <a:xfrm>
            <a:off x="5940434" y="2350294"/>
            <a:ext cx="0" cy="1379700"/>
          </a:xfrm>
          <a:prstGeom prst="straightConnector1">
            <a:avLst/>
          </a:prstGeom>
          <a:noFill/>
          <a:ln cap="flat" cmpd="sng" w="12700">
            <a:solidFill>
              <a:schemeClr val="accent1"/>
            </a:solidFill>
            <a:prstDash val="solid"/>
            <a:miter lim="800000"/>
            <a:headEnd len="sm" w="sm" type="none"/>
            <a:tailEnd len="sm" w="sm" type="none"/>
          </a:ln>
        </p:spPr>
      </p:cxnSp>
      <p:sp>
        <p:nvSpPr>
          <p:cNvPr id="534" name="Google Shape;534;p52"/>
          <p:cNvSpPr/>
          <p:nvPr/>
        </p:nvSpPr>
        <p:spPr>
          <a:xfrm flipH="1">
            <a:off x="982221" y="2531695"/>
            <a:ext cx="215647" cy="583702"/>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7F7F7F"/>
              </a:solidFill>
              <a:latin typeface="Albert Sans Light"/>
              <a:ea typeface="Albert Sans Light"/>
              <a:cs typeface="Albert Sans Light"/>
              <a:sym typeface="Albert Sans Light"/>
            </a:endParaRPr>
          </a:p>
        </p:txBody>
      </p:sp>
      <p:sp>
        <p:nvSpPr>
          <p:cNvPr id="535" name="Google Shape;535;p52"/>
          <p:cNvSpPr/>
          <p:nvPr/>
        </p:nvSpPr>
        <p:spPr>
          <a:xfrm flipH="1">
            <a:off x="1522215" y="2715446"/>
            <a:ext cx="215647" cy="399955"/>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7F7F7F"/>
              </a:solidFill>
              <a:latin typeface="Albert Sans Light"/>
              <a:ea typeface="Albert Sans Light"/>
              <a:cs typeface="Albert Sans Light"/>
              <a:sym typeface="Albert Sans Light"/>
            </a:endParaRPr>
          </a:p>
        </p:txBody>
      </p:sp>
      <p:sp>
        <p:nvSpPr>
          <p:cNvPr id="536" name="Google Shape;536;p52"/>
          <p:cNvSpPr/>
          <p:nvPr/>
        </p:nvSpPr>
        <p:spPr>
          <a:xfrm flipH="1">
            <a:off x="2060040" y="2350685"/>
            <a:ext cx="215647" cy="364759"/>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7F7F7F"/>
              </a:solidFill>
              <a:latin typeface="Albert Sans Light"/>
              <a:ea typeface="Albert Sans Light"/>
              <a:cs typeface="Albert Sans Light"/>
              <a:sym typeface="Albert Sans Light"/>
            </a:endParaRPr>
          </a:p>
        </p:txBody>
      </p:sp>
      <p:sp>
        <p:nvSpPr>
          <p:cNvPr id="537" name="Google Shape;537;p52"/>
          <p:cNvSpPr/>
          <p:nvPr/>
        </p:nvSpPr>
        <p:spPr>
          <a:xfrm flipH="1">
            <a:off x="2598751" y="2350685"/>
            <a:ext cx="215647" cy="489317"/>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7F7F7F"/>
              </a:solidFill>
              <a:latin typeface="Albert Sans Light"/>
              <a:ea typeface="Albert Sans Light"/>
              <a:cs typeface="Albert Sans Light"/>
              <a:sym typeface="Albert Sans Light"/>
            </a:endParaRPr>
          </a:p>
        </p:txBody>
      </p:sp>
      <p:sp>
        <p:nvSpPr>
          <p:cNvPr id="538" name="Google Shape;538;p52"/>
          <p:cNvSpPr/>
          <p:nvPr/>
        </p:nvSpPr>
        <p:spPr>
          <a:xfrm flipH="1">
            <a:off x="3138661" y="2838686"/>
            <a:ext cx="215647" cy="4918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7F7F7F"/>
              </a:solidFill>
              <a:latin typeface="Albert Sans Light"/>
              <a:ea typeface="Albert Sans Light"/>
              <a:cs typeface="Albert Sans Light"/>
              <a:sym typeface="Albert Sans Light"/>
            </a:endParaRPr>
          </a:p>
        </p:txBody>
      </p:sp>
      <p:sp>
        <p:nvSpPr>
          <p:cNvPr id="539" name="Google Shape;539;p52"/>
          <p:cNvSpPr/>
          <p:nvPr/>
        </p:nvSpPr>
        <p:spPr>
          <a:xfrm flipH="1">
            <a:off x="3677371" y="3273359"/>
            <a:ext cx="215647" cy="57128"/>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7F7F7F"/>
              </a:solidFill>
              <a:latin typeface="Albert Sans Light"/>
              <a:ea typeface="Albert Sans Light"/>
              <a:cs typeface="Albert Sans Light"/>
              <a:sym typeface="Albert Sans Light"/>
            </a:endParaRPr>
          </a:p>
        </p:txBody>
      </p:sp>
      <p:sp>
        <p:nvSpPr>
          <p:cNvPr id="540" name="Google Shape;540;p52"/>
          <p:cNvSpPr/>
          <p:nvPr/>
        </p:nvSpPr>
        <p:spPr>
          <a:xfrm flipH="1">
            <a:off x="4216464" y="3273359"/>
            <a:ext cx="215647" cy="457024"/>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7F7F7F"/>
              </a:solidFill>
              <a:latin typeface="Albert Sans Light"/>
              <a:ea typeface="Albert Sans Light"/>
              <a:cs typeface="Albert Sans Light"/>
              <a:sym typeface="Albert Sans Light"/>
            </a:endParaRPr>
          </a:p>
        </p:txBody>
      </p:sp>
      <p:sp>
        <p:nvSpPr>
          <p:cNvPr id="541" name="Google Shape;541;p52"/>
          <p:cNvSpPr/>
          <p:nvPr/>
        </p:nvSpPr>
        <p:spPr>
          <a:xfrm flipH="1">
            <a:off x="4755650" y="2966791"/>
            <a:ext cx="215647" cy="765022"/>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7F7F7F"/>
              </a:solidFill>
              <a:latin typeface="Albert Sans Light"/>
              <a:ea typeface="Albert Sans Light"/>
              <a:cs typeface="Albert Sans Light"/>
              <a:sym typeface="Albert Sans Light"/>
            </a:endParaRPr>
          </a:p>
        </p:txBody>
      </p:sp>
      <p:sp>
        <p:nvSpPr>
          <p:cNvPr id="542" name="Google Shape;542;p52"/>
          <p:cNvSpPr/>
          <p:nvPr/>
        </p:nvSpPr>
        <p:spPr>
          <a:xfrm flipH="1">
            <a:off x="5294244" y="2658968"/>
            <a:ext cx="215647" cy="298369"/>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7F7F7F"/>
              </a:solidFill>
              <a:latin typeface="Albert Sans Light"/>
              <a:ea typeface="Albert Sans Light"/>
              <a:cs typeface="Albert Sans Light"/>
              <a:sym typeface="Albert Sans Light"/>
            </a:endParaRPr>
          </a:p>
        </p:txBody>
      </p:sp>
      <p:sp>
        <p:nvSpPr>
          <p:cNvPr id="543" name="Google Shape;543;p52"/>
          <p:cNvSpPr/>
          <p:nvPr/>
        </p:nvSpPr>
        <p:spPr>
          <a:xfrm flipH="1">
            <a:off x="5834148" y="2658968"/>
            <a:ext cx="215647" cy="606226"/>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7F7F7F"/>
              </a:solidFill>
              <a:latin typeface="Albert Sans Light"/>
              <a:ea typeface="Albert Sans Light"/>
              <a:cs typeface="Albert Sans Light"/>
              <a:sym typeface="Albert Sans Light"/>
            </a:endParaRPr>
          </a:p>
        </p:txBody>
      </p:sp>
      <p:grpSp>
        <p:nvGrpSpPr>
          <p:cNvPr id="544" name="Google Shape;544;p52"/>
          <p:cNvGrpSpPr/>
          <p:nvPr/>
        </p:nvGrpSpPr>
        <p:grpSpPr>
          <a:xfrm>
            <a:off x="2974438" y="3457575"/>
            <a:ext cx="2711797" cy="1057275"/>
            <a:chOff x="3965917" y="4610100"/>
            <a:chExt cx="3615729" cy="1409700"/>
          </a:xfrm>
        </p:grpSpPr>
        <p:sp>
          <p:nvSpPr>
            <p:cNvPr id="545" name="Google Shape;545;p52"/>
            <p:cNvSpPr/>
            <p:nvPr/>
          </p:nvSpPr>
          <p:spPr>
            <a:xfrm>
              <a:off x="3965917" y="4610100"/>
              <a:ext cx="3615729" cy="1409700"/>
            </a:xfrm>
            <a:prstGeom prst="roundRect">
              <a:avLst>
                <a:gd fmla="val 13771" name="adj"/>
              </a:avLst>
            </a:prstGeom>
            <a:solidFill>
              <a:srgbClr val="F8F8F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lbert Sans Light"/>
                <a:ea typeface="Albert Sans Light"/>
                <a:cs typeface="Albert Sans Light"/>
                <a:sym typeface="Albert Sans Light"/>
              </a:endParaRPr>
            </a:p>
          </p:txBody>
        </p:sp>
        <p:grpSp>
          <p:nvGrpSpPr>
            <p:cNvPr id="546" name="Google Shape;546;p52"/>
            <p:cNvGrpSpPr/>
            <p:nvPr/>
          </p:nvGrpSpPr>
          <p:grpSpPr>
            <a:xfrm>
              <a:off x="4219800" y="4807119"/>
              <a:ext cx="3107963" cy="1015663"/>
              <a:chOff x="4252957" y="4786207"/>
              <a:chExt cx="3686849" cy="1015663"/>
            </a:xfrm>
          </p:grpSpPr>
          <p:sp>
            <p:nvSpPr>
              <p:cNvPr id="547" name="Google Shape;547;p52"/>
              <p:cNvSpPr txBox="1"/>
              <p:nvPr/>
            </p:nvSpPr>
            <p:spPr>
              <a:xfrm>
                <a:off x="4252958" y="4786207"/>
                <a:ext cx="3615728" cy="338554"/>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id" sz="900">
                    <a:solidFill>
                      <a:srgbClr val="0C0C0C"/>
                    </a:solidFill>
                    <a:latin typeface="Boldonse"/>
                    <a:ea typeface="Boldonse"/>
                    <a:cs typeface="Boldonse"/>
                    <a:sym typeface="Boldonse"/>
                  </a:rPr>
                  <a:t>Project Task Here</a:t>
                </a:r>
                <a:endParaRPr sz="900">
                  <a:solidFill>
                    <a:srgbClr val="0C0C0C"/>
                  </a:solidFill>
                  <a:latin typeface="Boldonse"/>
                  <a:ea typeface="Boldonse"/>
                  <a:cs typeface="Boldonse"/>
                  <a:sym typeface="Boldonse"/>
                </a:endParaRPr>
              </a:p>
            </p:txBody>
          </p:sp>
          <p:sp>
            <p:nvSpPr>
              <p:cNvPr id="548" name="Google Shape;548;p52"/>
              <p:cNvSpPr txBox="1"/>
              <p:nvPr/>
            </p:nvSpPr>
            <p:spPr>
              <a:xfrm>
                <a:off x="4252957" y="5186317"/>
                <a:ext cx="3686849" cy="615553"/>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id" sz="900">
                    <a:solidFill>
                      <a:srgbClr val="595959"/>
                    </a:solidFill>
                    <a:latin typeface="Albert Sans Light"/>
                    <a:ea typeface="Albert Sans Light"/>
                    <a:cs typeface="Albert Sans Light"/>
                    <a:sym typeface="Albert Sans Light"/>
                  </a:rPr>
                  <a:t>Lorem ipsum dolor sit amet, consectetuer adipiscing elit. Aenean commodo ligula </a:t>
                </a:r>
                <a:endParaRPr sz="900">
                  <a:solidFill>
                    <a:srgbClr val="595959"/>
                  </a:solidFill>
                  <a:latin typeface="Albert Sans Light"/>
                  <a:ea typeface="Albert Sans Light"/>
                  <a:cs typeface="Albert Sans Light"/>
                  <a:sym typeface="Albert Sans Light"/>
                </a:endParaRPr>
              </a:p>
            </p:txBody>
          </p:sp>
        </p:gr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53"/>
          <p:cNvSpPr txBox="1"/>
          <p:nvPr/>
        </p:nvSpPr>
        <p:spPr>
          <a:xfrm>
            <a:off x="800100" y="774998"/>
            <a:ext cx="3657600" cy="99257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id" sz="6000">
                <a:solidFill>
                  <a:srgbClr val="0C0C0C"/>
                </a:solidFill>
                <a:latin typeface="Boldonse"/>
                <a:ea typeface="Boldonse"/>
                <a:cs typeface="Boldonse"/>
                <a:sym typeface="Boldonse"/>
              </a:rPr>
              <a:t>Thanks</a:t>
            </a:r>
            <a:endParaRPr sz="6000">
              <a:solidFill>
                <a:srgbClr val="0C0C0C"/>
              </a:solidFill>
              <a:latin typeface="Boldonse"/>
              <a:ea typeface="Boldonse"/>
              <a:cs typeface="Boldonse"/>
              <a:sym typeface="Boldonse"/>
            </a:endParaRPr>
          </a:p>
        </p:txBody>
      </p:sp>
      <p:sp>
        <p:nvSpPr>
          <p:cNvPr id="554" name="Google Shape;554;p53"/>
          <p:cNvSpPr txBox="1"/>
          <p:nvPr/>
        </p:nvSpPr>
        <p:spPr>
          <a:xfrm>
            <a:off x="3977640" y="3522271"/>
            <a:ext cx="4366260" cy="99257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id" sz="6000">
                <a:solidFill>
                  <a:srgbClr val="0C0C0C"/>
                </a:solidFill>
                <a:latin typeface="Boldonse"/>
                <a:ea typeface="Boldonse"/>
                <a:cs typeface="Boldonse"/>
                <a:sym typeface="Boldonse"/>
              </a:rPr>
              <a:t>Watching</a:t>
            </a:r>
            <a:endParaRPr sz="6000">
              <a:solidFill>
                <a:srgbClr val="0C0C0C"/>
              </a:solidFill>
              <a:latin typeface="Boldonse"/>
              <a:ea typeface="Boldonse"/>
              <a:cs typeface="Boldonse"/>
              <a:sym typeface="Boldonse"/>
            </a:endParaRPr>
          </a:p>
        </p:txBody>
      </p:sp>
      <p:grpSp>
        <p:nvGrpSpPr>
          <p:cNvPr id="555" name="Google Shape;555;p53"/>
          <p:cNvGrpSpPr/>
          <p:nvPr/>
        </p:nvGrpSpPr>
        <p:grpSpPr>
          <a:xfrm rot="-317147">
            <a:off x="3418740" y="1392716"/>
            <a:ext cx="808902" cy="457027"/>
            <a:chOff x="7962072" y="1039334"/>
            <a:chExt cx="977474" cy="609370"/>
          </a:xfrm>
        </p:grpSpPr>
        <p:sp>
          <p:nvSpPr>
            <p:cNvPr id="556" name="Google Shape;556;p53"/>
            <p:cNvSpPr/>
            <p:nvPr/>
          </p:nvSpPr>
          <p:spPr>
            <a:xfrm>
              <a:off x="7962072" y="1039334"/>
              <a:ext cx="977474" cy="609370"/>
            </a:xfrm>
            <a:custGeom>
              <a:rect b="b" l="l" r="r" t="t"/>
              <a:pathLst>
                <a:path extrusionOk="0" h="617424" w="1319039">
                  <a:moveTo>
                    <a:pt x="1319039" y="308582"/>
                  </a:moveTo>
                  <a:cubicBezTo>
                    <a:pt x="1319039" y="280508"/>
                    <a:pt x="1287034" y="254187"/>
                    <a:pt x="1231113" y="231502"/>
                  </a:cubicBezTo>
                  <a:cubicBezTo>
                    <a:pt x="1287031" y="208816"/>
                    <a:pt x="1319039" y="182495"/>
                    <a:pt x="1319039" y="154421"/>
                  </a:cubicBezTo>
                  <a:cubicBezTo>
                    <a:pt x="1319039" y="69137"/>
                    <a:pt x="1023763" y="0"/>
                    <a:pt x="659520" y="0"/>
                  </a:cubicBezTo>
                  <a:cubicBezTo>
                    <a:pt x="295277" y="0"/>
                    <a:pt x="0" y="69137"/>
                    <a:pt x="0" y="154421"/>
                  </a:cubicBezTo>
                  <a:cubicBezTo>
                    <a:pt x="0" y="182495"/>
                    <a:pt x="32006" y="208816"/>
                    <a:pt x="87926" y="231502"/>
                  </a:cubicBezTo>
                  <a:cubicBezTo>
                    <a:pt x="32006" y="254187"/>
                    <a:pt x="0" y="280508"/>
                    <a:pt x="0" y="308582"/>
                  </a:cubicBezTo>
                  <a:cubicBezTo>
                    <a:pt x="0" y="336710"/>
                    <a:pt x="32136" y="363078"/>
                    <a:pt x="88254" y="385793"/>
                  </a:cubicBezTo>
                  <a:cubicBezTo>
                    <a:pt x="32136" y="408508"/>
                    <a:pt x="0" y="434875"/>
                    <a:pt x="0" y="463003"/>
                  </a:cubicBezTo>
                  <a:cubicBezTo>
                    <a:pt x="0" y="548288"/>
                    <a:pt x="295277" y="617424"/>
                    <a:pt x="659520" y="617424"/>
                  </a:cubicBezTo>
                  <a:cubicBezTo>
                    <a:pt x="1023763" y="617424"/>
                    <a:pt x="1319039" y="548288"/>
                    <a:pt x="1319039" y="463003"/>
                  </a:cubicBezTo>
                  <a:cubicBezTo>
                    <a:pt x="1319039" y="434875"/>
                    <a:pt x="1286904" y="408508"/>
                    <a:pt x="1230785" y="385793"/>
                  </a:cubicBezTo>
                  <a:cubicBezTo>
                    <a:pt x="1286904" y="363080"/>
                    <a:pt x="1319039" y="336710"/>
                    <a:pt x="1319039" y="308582"/>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lbert Sans Light"/>
                <a:ea typeface="Albert Sans Light"/>
                <a:cs typeface="Albert Sans Light"/>
                <a:sym typeface="Albert Sans Light"/>
              </a:endParaRPr>
            </a:p>
          </p:txBody>
        </p:sp>
        <p:sp>
          <p:nvSpPr>
            <p:cNvPr id="557" name="Google Shape;557;p53"/>
            <p:cNvSpPr txBox="1"/>
            <p:nvPr/>
          </p:nvSpPr>
          <p:spPr>
            <a:xfrm>
              <a:off x="8061490" y="1150382"/>
              <a:ext cx="772500" cy="379500"/>
            </a:xfrm>
            <a:prstGeom prst="rect">
              <a:avLst/>
            </a:prstGeom>
            <a:noFill/>
            <a:ln>
              <a:noFill/>
            </a:ln>
          </p:spPr>
          <p:txBody>
            <a:bodyPr anchorCtr="0" anchor="t" bIns="34275" lIns="68575" spcFirstLastPara="1" rIns="68575" wrap="square" tIns="34275">
              <a:spAutoFit/>
            </a:bodyPr>
            <a:lstStyle/>
            <a:p>
              <a:pPr indent="0" lvl="0" marL="0" marR="0" rtl="0" algn="ctr">
                <a:lnSpc>
                  <a:spcPct val="150000"/>
                </a:lnSpc>
                <a:spcBef>
                  <a:spcPts val="0"/>
                </a:spcBef>
                <a:spcAft>
                  <a:spcPts val="0"/>
                </a:spcAft>
                <a:buNone/>
              </a:pPr>
              <a:r>
                <a:rPr lang="id" sz="1400">
                  <a:solidFill>
                    <a:schemeClr val="accent6"/>
                  </a:solidFill>
                  <a:latin typeface="Boldonse"/>
                  <a:ea typeface="Boldonse"/>
                  <a:cs typeface="Boldonse"/>
                  <a:sym typeface="Boldonse"/>
                </a:rPr>
                <a:t>for</a:t>
              </a:r>
              <a:endParaRPr sz="1400">
                <a:solidFill>
                  <a:schemeClr val="accent6"/>
                </a:solidFill>
                <a:latin typeface="Boldonse"/>
                <a:ea typeface="Boldonse"/>
                <a:cs typeface="Boldonse"/>
                <a:sym typeface="Boldonse"/>
              </a:endParaRPr>
            </a:p>
          </p:txBody>
        </p:sp>
      </p:grpSp>
      <p:sp>
        <p:nvSpPr>
          <p:cNvPr id="558" name="Google Shape;558;p53"/>
          <p:cNvSpPr txBox="1"/>
          <p:nvPr/>
        </p:nvSpPr>
        <p:spPr>
          <a:xfrm>
            <a:off x="2925295" y="2328483"/>
            <a:ext cx="3293410" cy="461665"/>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lang="id" sz="900">
                <a:solidFill>
                  <a:srgbClr val="595959"/>
                </a:solidFill>
                <a:latin typeface="Albert Sans Light"/>
                <a:ea typeface="Albert Sans Light"/>
                <a:cs typeface="Albert Sans Light"/>
                <a:sym typeface="Albert Sans Light"/>
              </a:rPr>
              <a:t>If you have any questions or would like to discuss further, feel free to contact me through the information below.</a:t>
            </a:r>
            <a:endParaRPr sz="900">
              <a:solidFill>
                <a:srgbClr val="595959"/>
              </a:solidFill>
              <a:latin typeface="Albert Sans Light"/>
              <a:ea typeface="Albert Sans Light"/>
              <a:cs typeface="Albert Sans Light"/>
              <a:sym typeface="Albert Sans Light"/>
            </a:endParaRPr>
          </a:p>
        </p:txBody>
      </p:sp>
      <p:grpSp>
        <p:nvGrpSpPr>
          <p:cNvPr id="559" name="Google Shape;559;p53"/>
          <p:cNvGrpSpPr/>
          <p:nvPr/>
        </p:nvGrpSpPr>
        <p:grpSpPr>
          <a:xfrm>
            <a:off x="800100" y="2966587"/>
            <a:ext cx="1916907" cy="302108"/>
            <a:chOff x="1066800" y="5623264"/>
            <a:chExt cx="2555876" cy="402810"/>
          </a:xfrm>
        </p:grpSpPr>
        <p:sp>
          <p:nvSpPr>
            <p:cNvPr id="560" name="Google Shape;560;p53"/>
            <p:cNvSpPr/>
            <p:nvPr/>
          </p:nvSpPr>
          <p:spPr>
            <a:xfrm>
              <a:off x="1066800" y="5623264"/>
              <a:ext cx="2555876" cy="402810"/>
            </a:xfrm>
            <a:prstGeom prst="roundRect">
              <a:avLst>
                <a:gd fmla="val 50000" name="adj"/>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700">
                <a:solidFill>
                  <a:schemeClr val="accent6"/>
                </a:solidFill>
                <a:latin typeface="Albert Sans Light"/>
                <a:ea typeface="Albert Sans Light"/>
                <a:cs typeface="Albert Sans Light"/>
                <a:sym typeface="Albert Sans Light"/>
              </a:endParaRPr>
            </a:p>
          </p:txBody>
        </p:sp>
        <p:sp>
          <p:nvSpPr>
            <p:cNvPr id="561" name="Google Shape;561;p53"/>
            <p:cNvSpPr txBox="1"/>
            <p:nvPr/>
          </p:nvSpPr>
          <p:spPr>
            <a:xfrm>
              <a:off x="1424616" y="5686170"/>
              <a:ext cx="2183399" cy="276999"/>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None/>
              </a:pPr>
              <a:r>
                <a:rPr lang="id" sz="900">
                  <a:solidFill>
                    <a:schemeClr val="lt1"/>
                  </a:solidFill>
                  <a:latin typeface="Albert Sans Light"/>
                  <a:ea typeface="Albert Sans Light"/>
                  <a:cs typeface="Albert Sans Light"/>
                  <a:sym typeface="Albert Sans Light"/>
                </a:rPr>
                <a:t>vavom67080@asimarif.com</a:t>
              </a:r>
              <a:endParaRPr sz="900">
                <a:solidFill>
                  <a:schemeClr val="lt1"/>
                </a:solidFill>
                <a:latin typeface="Albert Sans Light"/>
                <a:ea typeface="Albert Sans Light"/>
                <a:cs typeface="Albert Sans Light"/>
                <a:sym typeface="Albert Sans Light"/>
              </a:endParaRPr>
            </a:p>
          </p:txBody>
        </p:sp>
        <p:pic>
          <p:nvPicPr>
            <p:cNvPr id="562" name="Google Shape;562;p53"/>
            <p:cNvPicPr preferRelativeResize="0"/>
            <p:nvPr/>
          </p:nvPicPr>
          <p:blipFill rotWithShape="1">
            <a:blip r:embed="rId3">
              <a:alphaModFix/>
            </a:blip>
            <a:srcRect b="0" l="0" r="0" t="0"/>
            <a:stretch/>
          </p:blipFill>
          <p:spPr>
            <a:xfrm>
              <a:off x="1278312" y="5751517"/>
              <a:ext cx="146304" cy="146304"/>
            </a:xfrm>
            <a:prstGeom prst="rect">
              <a:avLst/>
            </a:prstGeom>
            <a:noFill/>
            <a:ln>
              <a:noFill/>
            </a:ln>
          </p:spPr>
        </p:pic>
      </p:grpSp>
      <p:grpSp>
        <p:nvGrpSpPr>
          <p:cNvPr id="563" name="Google Shape;563;p53"/>
          <p:cNvGrpSpPr/>
          <p:nvPr/>
        </p:nvGrpSpPr>
        <p:grpSpPr>
          <a:xfrm>
            <a:off x="6426557" y="2408261"/>
            <a:ext cx="1309092" cy="302107"/>
            <a:chOff x="1066800" y="5156675"/>
            <a:chExt cx="1745456" cy="402810"/>
          </a:xfrm>
        </p:grpSpPr>
        <p:sp>
          <p:nvSpPr>
            <p:cNvPr id="564" name="Google Shape;564;p53"/>
            <p:cNvSpPr/>
            <p:nvPr/>
          </p:nvSpPr>
          <p:spPr>
            <a:xfrm>
              <a:off x="1066800" y="5156675"/>
              <a:ext cx="1745456" cy="402810"/>
            </a:xfrm>
            <a:prstGeom prst="roundRect">
              <a:avLst>
                <a:gd fmla="val 50000" name="adj"/>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700">
                <a:solidFill>
                  <a:schemeClr val="accent6"/>
                </a:solidFill>
                <a:latin typeface="Albert Sans Light"/>
                <a:ea typeface="Albert Sans Light"/>
                <a:cs typeface="Albert Sans Light"/>
                <a:sym typeface="Albert Sans Light"/>
              </a:endParaRPr>
            </a:p>
          </p:txBody>
        </p:sp>
        <p:sp>
          <p:nvSpPr>
            <p:cNvPr id="565" name="Google Shape;565;p53"/>
            <p:cNvSpPr txBox="1"/>
            <p:nvPr/>
          </p:nvSpPr>
          <p:spPr>
            <a:xfrm>
              <a:off x="1424616" y="5219581"/>
              <a:ext cx="1301915" cy="276999"/>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None/>
              </a:pPr>
              <a:r>
                <a:rPr lang="id" sz="900">
                  <a:solidFill>
                    <a:schemeClr val="lt1"/>
                  </a:solidFill>
                  <a:latin typeface="Albert Sans Light"/>
                  <a:ea typeface="Albert Sans Light"/>
                  <a:cs typeface="Albert Sans Light"/>
                  <a:sym typeface="Albert Sans Light"/>
                </a:rPr>
                <a:t>+12 345 678 90</a:t>
              </a:r>
              <a:endParaRPr sz="900">
                <a:solidFill>
                  <a:schemeClr val="lt1"/>
                </a:solidFill>
                <a:latin typeface="Albert Sans Light"/>
                <a:ea typeface="Albert Sans Light"/>
                <a:cs typeface="Albert Sans Light"/>
                <a:sym typeface="Albert Sans Light"/>
              </a:endParaRPr>
            </a:p>
          </p:txBody>
        </p:sp>
        <p:pic>
          <p:nvPicPr>
            <p:cNvPr id="566" name="Google Shape;566;p53"/>
            <p:cNvPicPr preferRelativeResize="0"/>
            <p:nvPr/>
          </p:nvPicPr>
          <p:blipFill rotWithShape="1">
            <a:blip r:embed="rId4">
              <a:alphaModFix/>
            </a:blip>
            <a:srcRect b="0" l="0" r="0" t="0"/>
            <a:stretch/>
          </p:blipFill>
          <p:spPr>
            <a:xfrm>
              <a:off x="1278312" y="5284928"/>
              <a:ext cx="146304" cy="146304"/>
            </a:xfrm>
            <a:prstGeom prst="rect">
              <a:avLst/>
            </a:prstGeom>
            <a:noFill/>
            <a:ln>
              <a:noFill/>
            </a:ln>
          </p:spPr>
        </p:pic>
      </p:grpSp>
      <p:grpSp>
        <p:nvGrpSpPr>
          <p:cNvPr id="567" name="Google Shape;567;p53"/>
          <p:cNvGrpSpPr/>
          <p:nvPr/>
        </p:nvGrpSpPr>
        <p:grpSpPr>
          <a:xfrm>
            <a:off x="3302198" y="4085459"/>
            <a:ext cx="1155502" cy="302108"/>
            <a:chOff x="1066800" y="4689739"/>
            <a:chExt cx="1540669" cy="402810"/>
          </a:xfrm>
        </p:grpSpPr>
        <p:sp>
          <p:nvSpPr>
            <p:cNvPr id="568" name="Google Shape;568;p53"/>
            <p:cNvSpPr/>
            <p:nvPr/>
          </p:nvSpPr>
          <p:spPr>
            <a:xfrm>
              <a:off x="1066800" y="4689739"/>
              <a:ext cx="1540669" cy="402810"/>
            </a:xfrm>
            <a:prstGeom prst="roundRect">
              <a:avLst>
                <a:gd fmla="val 50000" name="adj"/>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700">
                <a:solidFill>
                  <a:schemeClr val="accent6"/>
                </a:solidFill>
                <a:latin typeface="Albert Sans Light"/>
                <a:ea typeface="Albert Sans Light"/>
                <a:cs typeface="Albert Sans Light"/>
                <a:sym typeface="Albert Sans Light"/>
              </a:endParaRPr>
            </a:p>
          </p:txBody>
        </p:sp>
        <p:sp>
          <p:nvSpPr>
            <p:cNvPr id="569" name="Google Shape;569;p53"/>
            <p:cNvSpPr txBox="1"/>
            <p:nvPr/>
          </p:nvSpPr>
          <p:spPr>
            <a:xfrm>
              <a:off x="1424616" y="4752645"/>
              <a:ext cx="1113797" cy="276999"/>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None/>
              </a:pPr>
              <a:r>
                <a:rPr lang="id" sz="900">
                  <a:solidFill>
                    <a:schemeClr val="lt1"/>
                  </a:solidFill>
                  <a:latin typeface="Albert Sans Light"/>
                  <a:ea typeface="Albert Sans Light"/>
                  <a:cs typeface="Albert Sans Light"/>
                  <a:sym typeface="Albert Sans Light"/>
                </a:rPr>
                <a:t>@vavomo68</a:t>
              </a:r>
              <a:endParaRPr sz="900">
                <a:solidFill>
                  <a:schemeClr val="lt1"/>
                </a:solidFill>
                <a:latin typeface="Albert Sans Light"/>
                <a:ea typeface="Albert Sans Light"/>
                <a:cs typeface="Albert Sans Light"/>
                <a:sym typeface="Albert Sans Light"/>
              </a:endParaRPr>
            </a:p>
          </p:txBody>
        </p:sp>
        <p:pic>
          <p:nvPicPr>
            <p:cNvPr id="570" name="Google Shape;570;p53"/>
            <p:cNvPicPr preferRelativeResize="0"/>
            <p:nvPr/>
          </p:nvPicPr>
          <p:blipFill rotWithShape="1">
            <a:blip r:embed="rId5">
              <a:alphaModFix/>
            </a:blip>
            <a:srcRect b="0" l="0" r="0" t="0"/>
            <a:stretch/>
          </p:blipFill>
          <p:spPr>
            <a:xfrm>
              <a:off x="1281138" y="4819405"/>
              <a:ext cx="143478" cy="143478"/>
            </a:xfrm>
            <a:prstGeom prst="rect">
              <a:avLst/>
            </a:prstGeom>
            <a:noFill/>
            <a:ln>
              <a:noFill/>
            </a:ln>
          </p:spPr>
        </p:pic>
      </p:grpSp>
      <p:sp>
        <p:nvSpPr>
          <p:cNvPr id="571" name="Google Shape;571;p53"/>
          <p:cNvSpPr/>
          <p:nvPr/>
        </p:nvSpPr>
        <p:spPr>
          <a:xfrm flipH="1" rot="6494318">
            <a:off x="4670390" y="937037"/>
            <a:ext cx="641967" cy="1167335"/>
          </a:xfrm>
          <a:custGeom>
            <a:rect b="b" l="l" r="r" t="t"/>
            <a:pathLst>
              <a:path extrusionOk="0" h="1956469" w="1075946">
                <a:moveTo>
                  <a:pt x="1073726" y="1172408"/>
                </a:moveTo>
                <a:cubicBezTo>
                  <a:pt x="1069895" y="1115239"/>
                  <a:pt x="1061117" y="1060986"/>
                  <a:pt x="1050038" y="1012685"/>
                </a:cubicBezTo>
                <a:cubicBezTo>
                  <a:pt x="1027883" y="915867"/>
                  <a:pt x="996940" y="843522"/>
                  <a:pt x="984372" y="809256"/>
                </a:cubicBezTo>
                <a:cubicBezTo>
                  <a:pt x="978889" y="794357"/>
                  <a:pt x="969309" y="767333"/>
                  <a:pt x="955130" y="733520"/>
                </a:cubicBezTo>
                <a:cubicBezTo>
                  <a:pt x="940996" y="699706"/>
                  <a:pt x="922040" y="659172"/>
                  <a:pt x="898644" y="617400"/>
                </a:cubicBezTo>
                <a:cubicBezTo>
                  <a:pt x="875347" y="575590"/>
                  <a:pt x="847517" y="532642"/>
                  <a:pt x="817771" y="493301"/>
                </a:cubicBezTo>
                <a:cubicBezTo>
                  <a:pt x="788072" y="453926"/>
                  <a:pt x="756519" y="418185"/>
                  <a:pt x="727592" y="389430"/>
                </a:cubicBezTo>
                <a:cubicBezTo>
                  <a:pt x="672450" y="334521"/>
                  <a:pt x="617408" y="290479"/>
                  <a:pt x="565362" y="254564"/>
                </a:cubicBezTo>
                <a:cubicBezTo>
                  <a:pt x="513252" y="218662"/>
                  <a:pt x="464104" y="190815"/>
                  <a:pt x="419256" y="168551"/>
                </a:cubicBezTo>
                <a:cubicBezTo>
                  <a:pt x="374381" y="146283"/>
                  <a:pt x="333764" y="129614"/>
                  <a:pt x="297825" y="116485"/>
                </a:cubicBezTo>
                <a:cubicBezTo>
                  <a:pt x="261868" y="103383"/>
                  <a:pt x="230548" y="93874"/>
                  <a:pt x="203723" y="86519"/>
                </a:cubicBezTo>
                <a:cubicBezTo>
                  <a:pt x="193892" y="83854"/>
                  <a:pt x="184675" y="81471"/>
                  <a:pt x="176030" y="79321"/>
                </a:cubicBezTo>
                <a:cubicBezTo>
                  <a:pt x="219040" y="72631"/>
                  <a:pt x="260390" y="66216"/>
                  <a:pt x="283721" y="62828"/>
                </a:cubicBezTo>
                <a:cubicBezTo>
                  <a:pt x="297348" y="60849"/>
                  <a:pt x="314939" y="-3372"/>
                  <a:pt x="290772" y="139"/>
                </a:cubicBezTo>
                <a:cubicBezTo>
                  <a:pt x="248008" y="6342"/>
                  <a:pt x="11253" y="55908"/>
                  <a:pt x="2526" y="58596"/>
                </a:cubicBezTo>
                <a:cubicBezTo>
                  <a:pt x="-4013" y="60613"/>
                  <a:pt x="3298" y="76897"/>
                  <a:pt x="11322" y="88991"/>
                </a:cubicBezTo>
                <a:cubicBezTo>
                  <a:pt x="11822" y="90092"/>
                  <a:pt x="12590" y="91295"/>
                  <a:pt x="13743" y="92633"/>
                </a:cubicBezTo>
                <a:cubicBezTo>
                  <a:pt x="14000" y="92931"/>
                  <a:pt x="14278" y="93257"/>
                  <a:pt x="14548" y="93569"/>
                </a:cubicBezTo>
                <a:cubicBezTo>
                  <a:pt x="16390" y="96024"/>
                  <a:pt x="18173" y="98129"/>
                  <a:pt x="19747" y="99645"/>
                </a:cubicBezTo>
                <a:cubicBezTo>
                  <a:pt x="57274" y="143670"/>
                  <a:pt x="165339" y="272837"/>
                  <a:pt x="175876" y="283789"/>
                </a:cubicBezTo>
                <a:cubicBezTo>
                  <a:pt x="201662" y="310590"/>
                  <a:pt x="255425" y="296308"/>
                  <a:pt x="244905" y="284084"/>
                </a:cubicBezTo>
                <a:cubicBezTo>
                  <a:pt x="229845" y="266593"/>
                  <a:pt x="162575" y="197090"/>
                  <a:pt x="108774" y="141883"/>
                </a:cubicBezTo>
                <a:cubicBezTo>
                  <a:pt x="128168" y="145021"/>
                  <a:pt x="153392" y="149695"/>
                  <a:pt x="185576" y="157307"/>
                </a:cubicBezTo>
                <a:cubicBezTo>
                  <a:pt x="210941" y="163394"/>
                  <a:pt x="240609" y="171404"/>
                  <a:pt x="274775" y="182726"/>
                </a:cubicBezTo>
                <a:cubicBezTo>
                  <a:pt x="308918" y="194069"/>
                  <a:pt x="347607" y="208667"/>
                  <a:pt x="390504" y="228517"/>
                </a:cubicBezTo>
                <a:cubicBezTo>
                  <a:pt x="433380" y="248368"/>
                  <a:pt x="480509" y="273454"/>
                  <a:pt x="530705" y="306191"/>
                </a:cubicBezTo>
                <a:cubicBezTo>
                  <a:pt x="580844" y="338948"/>
                  <a:pt x="634076" y="379427"/>
                  <a:pt x="687733" y="430386"/>
                </a:cubicBezTo>
                <a:cubicBezTo>
                  <a:pt x="715885" y="457074"/>
                  <a:pt x="747699" y="489375"/>
                  <a:pt x="778612" y="525019"/>
                </a:cubicBezTo>
                <a:cubicBezTo>
                  <a:pt x="809555" y="560616"/>
                  <a:pt x="839549" y="599549"/>
                  <a:pt x="865407" y="637888"/>
                </a:cubicBezTo>
                <a:cubicBezTo>
                  <a:pt x="891347" y="676173"/>
                  <a:pt x="913234" y="713752"/>
                  <a:pt x="929776" y="745459"/>
                </a:cubicBezTo>
                <a:cubicBezTo>
                  <a:pt x="946359" y="777150"/>
                  <a:pt x="957791" y="802858"/>
                  <a:pt x="963634" y="817276"/>
                </a:cubicBezTo>
                <a:cubicBezTo>
                  <a:pt x="977079" y="850469"/>
                  <a:pt x="999758" y="924436"/>
                  <a:pt x="1013622" y="1019478"/>
                </a:cubicBezTo>
                <a:cubicBezTo>
                  <a:pt x="1020586" y="1066956"/>
                  <a:pt x="1025321" y="1119598"/>
                  <a:pt x="1026594" y="1174530"/>
                </a:cubicBezTo>
                <a:cubicBezTo>
                  <a:pt x="1027938" y="1229466"/>
                  <a:pt x="1025761" y="1286655"/>
                  <a:pt x="1020373" y="1343309"/>
                </a:cubicBezTo>
                <a:cubicBezTo>
                  <a:pt x="1014184" y="1408697"/>
                  <a:pt x="1002995" y="1467398"/>
                  <a:pt x="989694" y="1519697"/>
                </a:cubicBezTo>
                <a:cubicBezTo>
                  <a:pt x="976352" y="1572010"/>
                  <a:pt x="960857" y="1617948"/>
                  <a:pt x="945141" y="1658283"/>
                </a:cubicBezTo>
                <a:cubicBezTo>
                  <a:pt x="929381" y="1698615"/>
                  <a:pt x="913403" y="1733365"/>
                  <a:pt x="898349" y="1763413"/>
                </a:cubicBezTo>
                <a:cubicBezTo>
                  <a:pt x="883285" y="1793465"/>
                  <a:pt x="869148" y="1818826"/>
                  <a:pt x="856577" y="1840350"/>
                </a:cubicBezTo>
                <a:cubicBezTo>
                  <a:pt x="831340" y="1883356"/>
                  <a:pt x="812669" y="1911186"/>
                  <a:pt x="801357" y="1929102"/>
                </a:cubicBezTo>
                <a:cubicBezTo>
                  <a:pt x="789948" y="1946961"/>
                  <a:pt x="785693" y="1954820"/>
                  <a:pt x="786505" y="1956246"/>
                </a:cubicBezTo>
                <a:cubicBezTo>
                  <a:pt x="787253" y="1957621"/>
                  <a:pt x="793905" y="1952783"/>
                  <a:pt x="808444" y="1937712"/>
                </a:cubicBezTo>
                <a:cubicBezTo>
                  <a:pt x="822894" y="1922580"/>
                  <a:pt x="845481" y="1897322"/>
                  <a:pt x="875313" y="1855903"/>
                </a:cubicBezTo>
                <a:cubicBezTo>
                  <a:pt x="890178" y="1835172"/>
                  <a:pt x="906778" y="1810353"/>
                  <a:pt x="924413" y="1780469"/>
                </a:cubicBezTo>
                <a:cubicBezTo>
                  <a:pt x="942031" y="1750585"/>
                  <a:pt x="960726" y="1715644"/>
                  <a:pt x="979181" y="1674598"/>
                </a:cubicBezTo>
                <a:cubicBezTo>
                  <a:pt x="997601" y="1633560"/>
                  <a:pt x="1015840" y="1586422"/>
                  <a:pt x="1031751" y="1532288"/>
                </a:cubicBezTo>
                <a:cubicBezTo>
                  <a:pt x="1047627" y="1478175"/>
                  <a:pt x="1061230" y="1417046"/>
                  <a:pt x="1069418" y="1348569"/>
                </a:cubicBezTo>
                <a:cubicBezTo>
                  <a:pt x="1076503" y="1289556"/>
                  <a:pt x="1077631" y="1229545"/>
                  <a:pt x="1073726" y="1172408"/>
                </a:cubicBezTo>
                <a:close/>
              </a:path>
            </a:pathLst>
          </a:custGeom>
          <a:solidFill>
            <a:srgbClr val="000000"/>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Albert Sans Light"/>
              <a:ea typeface="Albert Sans Light"/>
              <a:cs typeface="Albert Sans Light"/>
              <a:sym typeface="Albert Sans Ligh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Custom 425">
      <a:dk1>
        <a:srgbClr val="000000"/>
      </a:dk1>
      <a:lt1>
        <a:srgbClr val="FFFFFF"/>
      </a:lt1>
      <a:dk2>
        <a:srgbClr val="44546A"/>
      </a:dk2>
      <a:lt2>
        <a:srgbClr val="E7E6E6"/>
      </a:lt2>
      <a:accent1>
        <a:srgbClr val="FF2E01"/>
      </a:accent1>
      <a:accent2>
        <a:srgbClr val="7C7FF5"/>
      </a:accent2>
      <a:accent3>
        <a:srgbClr val="5ECCAC"/>
      </a:accent3>
      <a:accent4>
        <a:srgbClr val="FD87F5"/>
      </a:accent4>
      <a:accent5>
        <a:srgbClr val="4AA5FF"/>
      </a:accent5>
      <a:accent6>
        <a:srgbClr val="FCED5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